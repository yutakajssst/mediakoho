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Noto Sans JP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+ntRKjizoq2uDHswVcyvA8lkA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JP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NotoSansJP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ユーザー設定レイアウト">
  <p:cSld name="1_ユーザー設定レイアウト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"/>
          <p:cNvGrpSpPr/>
          <p:nvPr/>
        </p:nvGrpSpPr>
        <p:grpSpPr>
          <a:xfrm>
            <a:off x="555506" y="799106"/>
            <a:ext cx="11033520" cy="5648076"/>
            <a:chOff x="555506" y="748747"/>
            <a:chExt cx="11033520" cy="5698435"/>
          </a:xfrm>
        </p:grpSpPr>
        <p:sp>
          <p:nvSpPr>
            <p:cNvPr id="11" name="Google Shape;11;p8"/>
            <p:cNvSpPr txBox="1"/>
            <p:nvPr/>
          </p:nvSpPr>
          <p:spPr>
            <a:xfrm>
              <a:off x="555506" y="748747"/>
              <a:ext cx="11033520" cy="5698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lnSpcReduction="100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200"/>
                <a:buFont typeface="Arial"/>
                <a:buNone/>
              </a:pPr>
              <a:r>
                <a:rPr b="0" i="0" lang="ja-JP" sz="2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ご使用前にご一読ください＜表記のルール＞</a:t>
              </a:r>
              <a:endParaRPr b="0" i="0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ja-JP" sz="1200" u="none" cap="none" strike="noStrike">
                  <a:solidFill>
                    <a:schemeClr val="dk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・タイトルや大見出し、重要なキャッチコピーなどは「noto serif JP」を第1候補としますが、OS環境や互換性などの影響で正しく表示されないなどあれば、第2候補として「ヒラギノ明朝」「源ノ明朝」を使用してください。それも難しい場合、第3候補として、その他任意の明朝体を使用してください。</a:t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ja-JP" sz="1200" u="none" cap="none" strike="noStrike">
                  <a:solidFill>
                    <a:schemeClr val="dk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・中見出し以下のテキストは「noto sans JP」を第1候補とし、上記同様第2候補は「ヒラギノ角ゴシック」「源ノ角ゴシック」とし、第3候補はその他任意のゴシック体を使用してください。</a:t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ja-JP" sz="1200" u="none" cap="none" strike="noStrike">
                  <a:solidFill>
                    <a:schemeClr val="dk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・notoフォントはグーグルが提供する無料フォントです。本テンプレートで使用・推奨しているフォントは、以下の種類です。</a:t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ja-JP" sz="1200" u="none" cap="none" strike="noStrike">
                  <a:solidFill>
                    <a:schemeClr val="dk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　　明朝　　　　noto serif JP  ExtraBold       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ja-JP" sz="1200" u="none" cap="none" strike="noStrike">
                  <a:solidFill>
                    <a:schemeClr val="dk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　　ゴシック　　noto sans JP SemiBold　　noto sans JP Medium　　noto sans JP Light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ja-JP" sz="1200" u="none" cap="none" strike="noStrike">
                  <a:solidFill>
                    <a:schemeClr val="dk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・見出し等の文字やあしらいの色は、基本的に黒もしくは学部カラーを適宜用いて表記してください。その他の色は極力使用しないでください。</a:t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ja-JP" sz="1200" u="none" cap="none" strike="noStrike">
                  <a:solidFill>
                    <a:schemeClr val="dk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・図やイラストの色は特に規定はありません。学部カラーを使用すれば誌面全体に統一感をもたらすことができますが、その他の色をアクセント的に使用することも可能です。図やイラストの内容に応じて適宜検討してください。</a:t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b="0" i="0" lang="ja-JP" sz="1400" u="none" cap="none" strike="noStrike">
                  <a:solidFill>
                    <a:srgbClr val="FF00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テンプレートデザインの都合により、スライドマスターとは一部しか連動していません。各ページのデザインを優先してご使用ください。</a:t>
              </a:r>
              <a:endParaRPr/>
            </a:p>
          </p:txBody>
        </p:sp>
        <p:pic>
          <p:nvPicPr>
            <p:cNvPr id="12" name="Google Shape;12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02431" y="1973647"/>
              <a:ext cx="6110771" cy="192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2431" y="3043056"/>
              <a:ext cx="4736344" cy="1955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8"/>
          <p:cNvSpPr txBox="1"/>
          <p:nvPr/>
        </p:nvSpPr>
        <p:spPr>
          <a:xfrm>
            <a:off x="555506" y="208222"/>
            <a:ext cx="9144000" cy="40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ユーザー設定レイアウト">
  <p:cSld name="ユーザー設定レイアウト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9"/>
          <p:cNvSpPr txBox="1"/>
          <p:nvPr>
            <p:ph type="title"/>
          </p:nvPr>
        </p:nvSpPr>
        <p:spPr>
          <a:xfrm>
            <a:off x="4454885" y="2488655"/>
            <a:ext cx="581049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>
  <p:cSld name="タイトル スライド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20" y="10682"/>
            <a:ext cx="12173009" cy="6847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11004331" y="6526923"/>
            <a:ext cx="999008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1" name="Google Shape;21;p10"/>
          <p:cNvSpPr txBox="1"/>
          <p:nvPr>
            <p:ph idx="1" type="body"/>
          </p:nvPr>
        </p:nvSpPr>
        <p:spPr>
          <a:xfrm>
            <a:off x="311105" y="887346"/>
            <a:ext cx="11692233" cy="5426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0B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0B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 スライド">
  <p:cSld name="1_タイトル スライド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20" y="10682"/>
            <a:ext cx="12173009" cy="684731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11004331" y="6526923"/>
            <a:ext cx="999008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326571" y="892628"/>
            <a:ext cx="11538985" cy="5284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0B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0B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タイトル スライド">
  <p:cSld name="2_タイトル スライド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20" y="10682"/>
            <a:ext cx="12173009" cy="684731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2"/>
          <p:cNvSpPr txBox="1"/>
          <p:nvPr>
            <p:ph type="ctrTitle"/>
          </p:nvPr>
        </p:nvSpPr>
        <p:spPr>
          <a:xfrm>
            <a:off x="5959366" y="2433536"/>
            <a:ext cx="5729977" cy="2001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0B9"/>
              </a:buClr>
              <a:buSzPts val="4000"/>
              <a:buFont typeface="Arial"/>
              <a:buNone/>
              <a:defRPr sz="4000">
                <a:solidFill>
                  <a:srgbClr val="00A0B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11004331" y="6526923"/>
            <a:ext cx="999008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タイトル スライド">
  <p:cSld name="3_タイトル スライド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020" y="10682"/>
            <a:ext cx="12173008" cy="6847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1" i="0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0B9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rgbClr val="00A0B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0B9"/>
              </a:buClr>
              <a:buSzPts val="2000"/>
              <a:buFont typeface="Arial"/>
              <a:buChar char="•"/>
              <a:defRPr b="1" i="0" sz="2000" u="none" cap="none" strike="noStrike">
                <a:solidFill>
                  <a:srgbClr val="00A0B9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1" i="0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11004331" y="6400494"/>
            <a:ext cx="9990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4454885" y="2488655"/>
            <a:ext cx="581049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>
            <p:ph idx="12" type="sldNum"/>
          </p:nvPr>
        </p:nvSpPr>
        <p:spPr>
          <a:xfrm>
            <a:off x="11004331" y="6526923"/>
            <a:ext cx="999008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311106" y="921657"/>
            <a:ext cx="11590608" cy="5399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0B9"/>
              </a:buClr>
              <a:buSzPts val="2600"/>
              <a:buFont typeface="Arial"/>
              <a:buChar char="•"/>
            </a:pPr>
            <a:r>
              <a:rPr b="0" i="0" lang="ja-JP" sz="2600" u="none" cap="none" strike="noStrike">
                <a:solidFill>
                  <a:srgbClr val="00A0B9"/>
                </a:solidFill>
                <a:latin typeface="Arial"/>
                <a:ea typeface="Arial"/>
                <a:cs typeface="Arial"/>
                <a:sym typeface="Arial"/>
              </a:rPr>
              <a:t>大見出し（明朝体ボールド26pt）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0B9"/>
              </a:buClr>
              <a:buSzPts val="2000"/>
              <a:buFont typeface="Arial"/>
              <a:buChar char="•"/>
            </a:pPr>
            <a:r>
              <a:rPr b="1" i="0" lang="ja-JP" sz="2000" u="none" cap="none" strike="noStrike">
                <a:solidFill>
                  <a:srgbClr val="00A0B9"/>
                </a:solidFill>
                <a:latin typeface="Noto Sans JP"/>
                <a:ea typeface="Noto Sans JP"/>
                <a:cs typeface="Noto Sans JP"/>
                <a:sym typeface="Noto Sans JP"/>
              </a:rPr>
              <a:t>中見出し（ゴシック体ボールド20pt）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ja-JP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小見出し（ゴシック体ボールド16pt）</a:t>
            </a:r>
            <a:endParaRPr/>
          </a:p>
          <a:p>
            <a:pPr indent="-228600" lvl="4" marL="2057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ja-JP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ボディコピー、本文（ゴシック体レギュラー16pt）</a:t>
            </a:r>
            <a:endParaRPr b="0" i="0" sz="16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228600" lvl="5" marL="2514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注釈（ゴシック体ライト12pt）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311106" y="196425"/>
            <a:ext cx="890062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ページタイトル（明朝体ボールド22pt）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11004331" y="6526923"/>
            <a:ext cx="999008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311106" y="921657"/>
            <a:ext cx="11590608" cy="5399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0B9"/>
              </a:buClr>
              <a:buSzPts val="2600"/>
              <a:buFont typeface="Arial"/>
              <a:buChar char="•"/>
            </a:pPr>
            <a:r>
              <a:rPr b="0" i="0" lang="ja-JP" sz="2600" u="none" cap="none" strike="noStrike">
                <a:solidFill>
                  <a:srgbClr val="00A0B9"/>
                </a:solidFill>
                <a:latin typeface="Arial"/>
                <a:ea typeface="Arial"/>
                <a:cs typeface="Arial"/>
                <a:sym typeface="Arial"/>
              </a:rPr>
              <a:t>大見出し（明朝体ボールド26pt）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A0B9"/>
              </a:buClr>
              <a:buSzPts val="2000"/>
              <a:buFont typeface="Arial"/>
              <a:buChar char="•"/>
            </a:pPr>
            <a:r>
              <a:rPr b="1" i="0" lang="ja-JP" sz="2000" u="none" cap="none" strike="noStrike">
                <a:solidFill>
                  <a:srgbClr val="00A0B9"/>
                </a:solidFill>
                <a:latin typeface="Noto Sans JP"/>
                <a:ea typeface="Noto Sans JP"/>
                <a:cs typeface="Noto Sans JP"/>
                <a:sym typeface="Noto Sans JP"/>
              </a:rPr>
              <a:t>中見出し（ゴシック体ボールド20pt）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ja-JP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小見出し（ゴシック体ボールド16pt）</a:t>
            </a:r>
            <a:endParaRPr/>
          </a:p>
          <a:p>
            <a:pPr indent="-228600" lvl="4" marL="2057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ja-JP" sz="16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ボディコピー、本文（ゴシック体レギュラー16pt）</a:t>
            </a:r>
            <a:endParaRPr b="0" i="0" sz="16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228600" lvl="5" marL="2514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ja-JP" sz="1200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注釈（ゴシック体ライト12pt）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ctrTitle"/>
          </p:nvPr>
        </p:nvSpPr>
        <p:spPr>
          <a:xfrm>
            <a:off x="5959366" y="2433536"/>
            <a:ext cx="5729977" cy="2001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0B9"/>
              </a:buClr>
              <a:buSzPts val="40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11004331" y="6526923"/>
            <a:ext cx="999008" cy="33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2024-11-25T13:39:32Z</dcterms:created>
  <dc:creator>市原弘一 Hirokazu Ichihara</dc:creator>
</cp:coreProperties>
</file>