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62" r:id="rId4"/>
    <p:sldId id="263" r:id="rId5"/>
    <p:sldId id="259" r:id="rId6"/>
    <p:sldId id="260" r:id="rId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6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434AB-39CC-4214-8DB5-0D5981530F7C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D7D128-C45F-4FB8-994F-8E8AB586B6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94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4948DFD3-4ADE-ABA1-E502-0374FCDB6992}"/>
              </a:ext>
            </a:extLst>
          </p:cNvPr>
          <p:cNvGrpSpPr/>
          <p:nvPr userDrawn="1"/>
        </p:nvGrpSpPr>
        <p:grpSpPr>
          <a:xfrm>
            <a:off x="555505" y="748747"/>
            <a:ext cx="8220360" cy="5698435"/>
            <a:chOff x="555505" y="748747"/>
            <a:chExt cx="8058063" cy="5698435"/>
          </a:xfrm>
        </p:grpSpPr>
        <p:sp>
          <p:nvSpPr>
            <p:cNvPr id="3" name="字幕 2">
              <a:extLst>
                <a:ext uri="{FF2B5EF4-FFF2-40B4-BE49-F238E27FC236}">
                  <a16:creationId xmlns:a16="http://schemas.microsoft.com/office/drawing/2014/main" id="{B195E52A-428C-A8B9-BBD7-1B178DE429B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55505" y="748747"/>
              <a:ext cx="8058063" cy="56984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10000"/>
                </a:lnSpc>
              </a:pPr>
              <a:r>
                <a:rPr lang="ja-JP" altLang="en-US" sz="1800" dirty="0">
                  <a:solidFill>
                    <a:srgbClr val="FF0000"/>
                  </a:solidFill>
                  <a:latin typeface="Noto Serif JP ExtraBold" panose="02020200000000000000" pitchFamily="18" charset="-128"/>
                  <a:ea typeface="Noto Serif JP ExtraBold" panose="02020200000000000000" pitchFamily="18" charset="-128"/>
                </a:rPr>
                <a:t>ご使用前にご一読ください＜表記のルール＞</a:t>
              </a:r>
              <a:endParaRPr lang="en-US" altLang="ja-JP" sz="1800" dirty="0">
                <a:solidFill>
                  <a:srgbClr val="FF0000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・タイトルや大見出し、重要なキャッチコピーなどは「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serif JP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」を第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1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候補としますが、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OS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環境や互換性などの影響で正しく表示されないなどあれば、第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2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候補として「ヒラギノ明朝」「源ノ明朝」を使用してください。それも難しい場合、第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3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候補として、その他任意の明朝体を使用してください。</a:t>
              </a: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・中見出し以下のテキストは「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」を第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1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候補とし、上記同様第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2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候補は「ヒラギノ角ゴシック」「源ノ角ゴシック」とし、第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3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候補はその他任意のゴシック体を使用してください。</a:t>
              </a: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フォントはグーグルが提供する無料フォントです。本テンプレートで使用・推奨しているフォントは、以下の種類です。</a:t>
              </a: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明朝　　　　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serif JP  ExtraBold          </a:t>
              </a: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ゴシック　　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SemiBold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Medium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Light</a:t>
              </a: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・見出し等の文字やあしらいの色は、基本的に黒もしくは学部カラーを適宜用いて表記してください。その他の色は極力使用しないでください。</a:t>
              </a: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図やイラストの色は特に規定はありません。学部カラーを使用すれば誌面全体に統一感をもたらすことができますが、その他の色をアクセント的に使用することも可能です。図やイラストの内容に応じて適宜検討してください。</a:t>
              </a: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endParaRPr lang="en-US" altLang="ja-JP" sz="1200" dirty="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10000"/>
                </a:lnSpc>
              </a:pPr>
              <a:r>
                <a:rPr lang="ja-JP" altLang="en-US" sz="1200" dirty="0">
                  <a:solidFill>
                    <a:srgbClr val="FF0000"/>
                  </a:solidFill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テンプレートデザインの都合により、スライドマスターとは一部しか連動していません。各ページのデザインを優先してご使用ください。</a:t>
              </a:r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DEE8E3B4-FAFD-20C2-828D-A340E15263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21246" y="2007884"/>
              <a:ext cx="6110771" cy="192020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9E80DD98-7DE5-A7A8-4F98-4498713965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02431" y="3021419"/>
              <a:ext cx="4736344" cy="195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50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B0623F4-B42D-3139-E1F8-3157F45DD2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D5D26543-815E-DFEF-A258-1C10FB340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886" y="2484336"/>
            <a:ext cx="62395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テーマタイトル</a:t>
            </a:r>
          </a:p>
        </p:txBody>
      </p:sp>
    </p:spTree>
    <p:extLst>
      <p:ext uri="{BB962C8B-B14F-4D97-AF65-F5344CB8AC3E}">
        <p14:creationId xmlns:p14="http://schemas.microsoft.com/office/powerpoint/2010/main" val="4063776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" y="10683"/>
            <a:ext cx="9129756" cy="6847317"/>
          </a:xfrm>
          <a:prstGeom prst="rect">
            <a:avLst/>
          </a:prstGeom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038DC5-43D4-561E-A8C9-A45B86B4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3248" y="6526924"/>
            <a:ext cx="749256" cy="3310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7CC9B2-1EBE-9AD0-BEC5-B5BFE21D9F5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3328" y="1036378"/>
            <a:ext cx="8677341" cy="5244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 b="0"/>
            </a:lvl3pPr>
          </a:lstStyle>
          <a:p>
            <a:pPr lvl="1"/>
            <a:r>
              <a:rPr kumimoji="1" lang="ja-JP" altLang="en-US" dirty="0"/>
              <a:t>大見出し（明朝体ボールド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）</a:t>
            </a:r>
          </a:p>
          <a:p>
            <a:pPr lvl="2"/>
            <a:r>
              <a:rPr kumimoji="1" lang="ja-JP" altLang="en-US" dirty="0"/>
              <a:t>中見出し（ゴシック体ボールド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）</a:t>
            </a:r>
          </a:p>
          <a:p>
            <a:pPr lvl="3"/>
            <a:r>
              <a:rPr kumimoji="1" lang="ja-JP" altLang="en-US" dirty="0"/>
              <a:t>小見出し（ゴシック体ボールド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</a:p>
          <a:p>
            <a:pPr lvl="4"/>
            <a:r>
              <a:rPr kumimoji="1" lang="ja-JP" altLang="en-US" dirty="0"/>
              <a:t>ボディコピー、本文（ゴシック体レギュラー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注釈（ゴシック体ライト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27225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" y="10683"/>
            <a:ext cx="9129756" cy="6847317"/>
          </a:xfrm>
          <a:prstGeom prst="rect">
            <a:avLst/>
          </a:prstGeom>
        </p:spPr>
      </p:pic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6890A239-F97F-E045-9676-B6F8DCB2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3248" y="6526924"/>
            <a:ext cx="749256" cy="3310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7FDD1D29-9933-F074-380D-538A4564DE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0086" y="826113"/>
            <a:ext cx="8563828" cy="5350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 b="0"/>
            </a:lvl3pPr>
          </a:lstStyle>
          <a:p>
            <a:pPr lvl="1"/>
            <a:r>
              <a:rPr kumimoji="1" lang="ja-JP" altLang="en-US" dirty="0"/>
              <a:t>大見出し（明朝体ボールド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）</a:t>
            </a:r>
          </a:p>
          <a:p>
            <a:pPr lvl="2"/>
            <a:r>
              <a:rPr kumimoji="1" lang="ja-JP" altLang="en-US" dirty="0"/>
              <a:t>中見出し（ゴシック体ボールド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）</a:t>
            </a:r>
          </a:p>
          <a:p>
            <a:pPr lvl="3"/>
            <a:r>
              <a:rPr kumimoji="1" lang="ja-JP" altLang="en-US" dirty="0"/>
              <a:t>小見出し（ゴシック体ボールド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</a:p>
          <a:p>
            <a:pPr lvl="4"/>
            <a:r>
              <a:rPr kumimoji="1" lang="ja-JP" altLang="en-US" dirty="0"/>
              <a:t>ボディコピー、本文（ゴシック体レギュラー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注釈（ゴシック体ライト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0206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" y="10683"/>
            <a:ext cx="9129756" cy="68473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381ED79-14F1-6156-8DC7-5C6D923F38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3469065" y="2433537"/>
            <a:ext cx="5241302" cy="2001609"/>
          </a:xfrm>
        </p:spPr>
        <p:txBody>
          <a:bodyPr anchor="ctr">
            <a:normAutofit/>
          </a:bodyPr>
          <a:lstStyle>
            <a:lvl1pPr algn="ctr">
              <a:defRPr sz="4500">
                <a:solidFill>
                  <a:srgbClr val="00A0B9"/>
                </a:solidFill>
              </a:defRPr>
            </a:lvl1pPr>
          </a:lstStyle>
          <a:p>
            <a:r>
              <a:rPr kumimoji="1" lang="ja-JP" altLang="en-US" dirty="0"/>
              <a:t>中扉タイトル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AA3F0ECF-B882-524E-BD11-27DB4E01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3248" y="6526924"/>
            <a:ext cx="749256" cy="3310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0839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" y="10683"/>
            <a:ext cx="9129756" cy="68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7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329386-418A-E17C-E7C1-BD7592E9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テーマタイトル（明朝体ボールド</a:t>
            </a:r>
            <a:r>
              <a:rPr kumimoji="1" lang="en-US" altLang="ja-JP" dirty="0"/>
              <a:t>50pt</a:t>
            </a:r>
            <a:r>
              <a:rPr kumimoji="1" lang="ja-JP" altLang="en-US" dirty="0"/>
              <a:t>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F2A78F-D340-B435-99BA-C856B10C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・中扉タイトル（明朝体ボールド</a:t>
            </a:r>
            <a:r>
              <a:rPr kumimoji="1" lang="en-US" altLang="ja-JP" dirty="0"/>
              <a:t>45pt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・ページタイトル（明朝体ボールド</a:t>
            </a:r>
            <a:r>
              <a:rPr kumimoji="1" lang="en-US" altLang="ja-JP" dirty="0"/>
              <a:t>22pt</a:t>
            </a:r>
            <a:r>
              <a:rPr kumimoji="1" lang="ja-JP" altLang="en-US" dirty="0"/>
              <a:t>）　</a:t>
            </a:r>
          </a:p>
          <a:p>
            <a:pPr lvl="1"/>
            <a:r>
              <a:rPr kumimoji="1" lang="ja-JP" altLang="en-US" dirty="0"/>
              <a:t>大見出し（明朝体ボールド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）</a:t>
            </a:r>
          </a:p>
          <a:p>
            <a:pPr lvl="2"/>
            <a:r>
              <a:rPr kumimoji="1" lang="ja-JP" altLang="en-US" dirty="0"/>
              <a:t>中見出し（ゴシック体ボールド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）</a:t>
            </a:r>
          </a:p>
          <a:p>
            <a:pPr lvl="3"/>
            <a:r>
              <a:rPr kumimoji="1" lang="ja-JP" altLang="en-US" dirty="0"/>
              <a:t>小見出し（ゴシック体ボールド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</a:p>
          <a:p>
            <a:pPr lvl="4"/>
            <a:r>
              <a:rPr kumimoji="1" lang="ja-JP" altLang="en-US" dirty="0"/>
              <a:t>ボディコピー、本文（ゴシック体レギュラー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注釈（ゴシック体ライト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BED4C-6CE9-BBDC-BFBB-C4FC0ADDF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53248" y="6400495"/>
            <a:ext cx="7492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1ABEB-23E9-45C8-B2FB-C9591AE0EF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02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0" r:id="rId2"/>
    <p:sldLayoutId id="2147483649" r:id="rId3"/>
    <p:sldLayoutId id="2147483661" r:id="rId4"/>
    <p:sldLayoutId id="2147483662" r:id="rId5"/>
    <p:sldLayoutId id="2147483663" r:id="rId6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kumimoji="1" sz="5000" b="0" i="0" kern="1200">
          <a:solidFill>
            <a:schemeClr val="bg1"/>
          </a:solidFill>
          <a:latin typeface="Noto Serif JP Black" panose="02020200000000000000" pitchFamily="18" charset="-128"/>
          <a:ea typeface="Noto Serif JP Black" panose="02020200000000000000" pitchFamily="18" charset="-128"/>
          <a:cs typeface="Noto Serif Condensed" panose="02020502060505020204" pitchFamily="18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kumimoji="1" sz="2200" b="1" i="0" kern="1200">
          <a:solidFill>
            <a:schemeClr val="tx1"/>
          </a:solidFill>
          <a:latin typeface="Noto Serif JP Black" panose="02020200000000000000" pitchFamily="18" charset="-128"/>
          <a:ea typeface="Noto Serif JP Black" panose="02020200000000000000" pitchFamily="18" charset="-128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600" b="1" i="0" kern="1200">
          <a:solidFill>
            <a:srgbClr val="00A0B9"/>
          </a:solidFill>
          <a:latin typeface="Noto Serif JP" panose="02020200000000000000" pitchFamily="18" charset="-128"/>
          <a:ea typeface="Noto Serif JP" panose="02020200000000000000" pitchFamily="18" charset="-128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2000" b="1" i="0" kern="1200">
          <a:solidFill>
            <a:srgbClr val="00A0B9"/>
          </a:solidFill>
          <a:latin typeface="Noto Sans JP SemiBold" panose="020B0200000000000000" pitchFamily="50" charset="-128"/>
          <a:ea typeface="Noto Sans JP SemiBold" panose="020B0200000000000000" pitchFamily="50" charset="-128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600" b="1" i="0" kern="1200">
          <a:solidFill>
            <a:schemeClr val="tx1"/>
          </a:solidFill>
          <a:latin typeface="Noto Sans JP SemiBold" panose="020B0200000000000000" pitchFamily="50" charset="-128"/>
          <a:ea typeface="Noto Sans JP SemiBold" panose="020B0200000000000000" pitchFamily="50" charset="-128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600" b="0" i="0" kern="1200">
          <a:solidFill>
            <a:schemeClr val="tx1"/>
          </a:solidFill>
          <a:latin typeface="Noto Sans JP Medium" panose="020B0200000000000000" pitchFamily="50" charset="-128"/>
          <a:ea typeface="Noto Sans JP Medium" panose="020B0200000000000000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Noto Sans JP Light" panose="020B0200000000000000" pitchFamily="50" charset="-128"/>
          <a:ea typeface="Noto Sans JP Light" panose="020B0200000000000000" pitchFamily="50" charset="-128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67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94D70E-3324-6741-A132-1B5E7C99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207" y="2397325"/>
            <a:ext cx="6182054" cy="1325563"/>
          </a:xfrm>
        </p:spPr>
        <p:txBody>
          <a:bodyPr/>
          <a:lstStyle/>
          <a:p>
            <a:pPr algn="ctr"/>
            <a:endParaRPr kumimoji="1" lang="ja-JP" altLang="en-US" dirty="0">
              <a:latin typeface="Noto Serif JP ExtraBold" panose="02020200000000000000" pitchFamily="18" charset="-128"/>
              <a:ea typeface="Noto Serif JP ExtraBold" panose="020202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404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42BC8EC-3A22-6950-F0BD-E515E7C0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BEB-23E9-45C8-B2FB-C9591AE0EFB2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9AD3796-A71D-8086-B95B-6A9A6DD7DE54}"/>
              </a:ext>
            </a:extLst>
          </p:cNvPr>
          <p:cNvSpPr txBox="1"/>
          <p:nvPr/>
        </p:nvSpPr>
        <p:spPr>
          <a:xfrm>
            <a:off x="233328" y="274693"/>
            <a:ext cx="642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Noto Serif JP ExtraBold" panose="02020200000000000000" pitchFamily="18" charset="-128"/>
                <a:ea typeface="Noto Serif JP ExtraBold" panose="02020200000000000000" pitchFamily="18" charset="-128"/>
              </a:rPr>
              <a:t>・ページタイトル（明朝体ボールド</a:t>
            </a:r>
            <a:r>
              <a:rPr kumimoji="1" lang="en-US" altLang="ja-JP" dirty="0">
                <a:latin typeface="Noto Serif JP ExtraBold" panose="02020200000000000000" pitchFamily="18" charset="-128"/>
                <a:ea typeface="Noto Serif JP ExtraBold" panose="02020200000000000000" pitchFamily="18" charset="-128"/>
              </a:rPr>
              <a:t>22pt</a:t>
            </a:r>
            <a:r>
              <a:rPr kumimoji="1" lang="ja-JP" altLang="en-US" dirty="0">
                <a:latin typeface="Noto Serif JP ExtraBold" panose="02020200000000000000" pitchFamily="18" charset="-128"/>
                <a:ea typeface="Noto Serif JP ExtraBold" panose="02020200000000000000" pitchFamily="18" charset="-128"/>
              </a:rPr>
              <a:t>）　</a:t>
            </a:r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1D2E0FB7-33F0-FB03-8247-C54ADDAB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1036638"/>
            <a:ext cx="8677275" cy="524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 b="0"/>
            </a:lvl3pPr>
          </a:lstStyle>
          <a:p>
            <a:pPr lvl="1"/>
            <a:r>
              <a:rPr kumimoji="1" lang="ja-JP" altLang="en-US" dirty="0"/>
              <a:t>大見出し（明朝体ボールド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）</a:t>
            </a:r>
          </a:p>
          <a:p>
            <a:pPr lvl="2"/>
            <a:r>
              <a:rPr kumimoji="1" lang="ja-JP" altLang="en-US" dirty="0"/>
              <a:t>中見出し（ゴシック体ボールド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）</a:t>
            </a:r>
          </a:p>
          <a:p>
            <a:pPr lvl="3"/>
            <a:r>
              <a:rPr kumimoji="1" lang="ja-JP" altLang="en-US" dirty="0"/>
              <a:t>小見出し（ゴシック体ボールド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</a:p>
          <a:p>
            <a:pPr lvl="4"/>
            <a:r>
              <a:rPr kumimoji="1" lang="ja-JP" altLang="en-US" dirty="0"/>
              <a:t>ボディコピー、本文（ゴシック体レギュラー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注釈（ゴシック体ライト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87878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0282216-483E-7D99-C98E-F121ED2A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BEB-23E9-45C8-B2FB-C9591AE0EFB2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D73C138D-32B1-FD27-139F-7BAE12B1A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3" y="825500"/>
            <a:ext cx="8562975" cy="5351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3pPr>
              <a:defRPr b="0"/>
            </a:lvl3pPr>
          </a:lstStyle>
          <a:p>
            <a:pPr lvl="1"/>
            <a:r>
              <a:rPr kumimoji="1" lang="ja-JP" altLang="en-US" dirty="0"/>
              <a:t>大見出し（明朝体ボールド</a:t>
            </a:r>
            <a:r>
              <a:rPr kumimoji="1" lang="en-US" altLang="ja-JP" dirty="0"/>
              <a:t>26pt</a:t>
            </a:r>
            <a:r>
              <a:rPr kumimoji="1" lang="ja-JP" altLang="en-US" dirty="0"/>
              <a:t>）</a:t>
            </a:r>
          </a:p>
          <a:p>
            <a:pPr lvl="2"/>
            <a:r>
              <a:rPr kumimoji="1" lang="ja-JP" altLang="en-US" dirty="0"/>
              <a:t>中見出し（ゴシック体ボールド</a:t>
            </a:r>
            <a:r>
              <a:rPr kumimoji="1" lang="en-US" altLang="ja-JP" dirty="0"/>
              <a:t>20pt</a:t>
            </a:r>
            <a:r>
              <a:rPr kumimoji="1" lang="ja-JP" altLang="en-US" dirty="0"/>
              <a:t>）</a:t>
            </a:r>
          </a:p>
          <a:p>
            <a:pPr lvl="3"/>
            <a:r>
              <a:rPr kumimoji="1" lang="ja-JP" altLang="en-US" dirty="0"/>
              <a:t>小見出し（ゴシック体ボールド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</a:p>
          <a:p>
            <a:pPr lvl="4"/>
            <a:r>
              <a:rPr kumimoji="1" lang="ja-JP" altLang="en-US" dirty="0"/>
              <a:t>ボディコピー、本文（ゴシック体レギュラー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5"/>
            <a:r>
              <a:rPr kumimoji="1" lang="ja-JP" altLang="en-US" dirty="0"/>
              <a:t>注釈（ゴシック体ライト</a:t>
            </a:r>
            <a:r>
              <a:rPr kumimoji="1" lang="en-US" altLang="ja-JP" dirty="0"/>
              <a:t>12pt</a:t>
            </a:r>
            <a:r>
              <a:rPr kumimoji="1" lang="ja-JP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97247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DFF565-4C1F-674C-98DB-FB9B8A191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9065" y="2433537"/>
            <a:ext cx="5241302" cy="2001609"/>
          </a:xfrm>
        </p:spPr>
        <p:txBody>
          <a:bodyPr/>
          <a:lstStyle/>
          <a:p>
            <a:endParaRPr kumimoji="1" lang="ja-JP" altLang="en-US">
              <a:latin typeface="Noto Serif JP ExtraBold" panose="02020200000000000000" pitchFamily="18" charset="-128"/>
              <a:ea typeface="Noto Serif JP ExtraBold" panose="02020200000000000000" pitchFamily="18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248A4F-F489-1243-AF94-9A65891A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BEB-23E9-45C8-B2FB-C9591AE0EFB2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2023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06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74</Words>
  <Application>Microsoft Office PowerPoint</Application>
  <PresentationFormat>画面に合わせる (4:3)</PresentationFormat>
  <Paragraphs>14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5" baseType="lpstr">
      <vt:lpstr>Noto Sans JP Light</vt:lpstr>
      <vt:lpstr>Noto Sans JP Medium</vt:lpstr>
      <vt:lpstr>Noto Sans JP SemiBold</vt:lpstr>
      <vt:lpstr>Noto Serif JP</vt:lpstr>
      <vt:lpstr>Noto Serif JP Black</vt:lpstr>
      <vt:lpstr>Noto Serif JP ExtraBold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市原弘一 Hirokazu Ichihara</dc:creator>
  <cp:lastModifiedBy>市原弘一 Hirokazu Ichihara</cp:lastModifiedBy>
  <cp:revision>25</cp:revision>
  <dcterms:created xsi:type="dcterms:W3CDTF">2024-11-13T00:42:48Z</dcterms:created>
  <dcterms:modified xsi:type="dcterms:W3CDTF">2024-11-26T01:31:22Z</dcterms:modified>
</cp:coreProperties>
</file>