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sldIdLst>
    <p:sldId id="257" r:id="rId2"/>
    <p:sldId id="268" r:id="rId3"/>
    <p:sldId id="266" r:id="rId4"/>
    <p:sldId id="262" r:id="rId5"/>
    <p:sldId id="265" r:id="rId6"/>
    <p:sldId id="264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F0C65C-9CE4-99D0-1A1A-9714620C6E86}" v="2" dt="2024-11-28T07:39:38.0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ゲスト ユーザー" userId="S::urn:spo:anon#b5a0c1b96bc6d94dcc88e1871a7f26510e1c231f10a79327ecb2caa3a91c285c::" providerId="AD" clId="Web-{54F0C65C-9CE4-99D0-1A1A-9714620C6E86}"/>
    <pc:docChg chg="modSld">
      <pc:chgData name="ゲスト ユーザー" userId="S::urn:spo:anon#b5a0c1b96bc6d94dcc88e1871a7f26510e1c231f10a79327ecb2caa3a91c285c::" providerId="AD" clId="Web-{54F0C65C-9CE4-99D0-1A1A-9714620C6E86}" dt="2024-11-28T07:39:38.049" v="1" actId="14100"/>
      <pc:docMkLst>
        <pc:docMk/>
      </pc:docMkLst>
      <pc:sldChg chg="modSp">
        <pc:chgData name="ゲスト ユーザー" userId="S::urn:spo:anon#b5a0c1b96bc6d94dcc88e1871a7f26510e1c231f10a79327ecb2caa3a91c285c::" providerId="AD" clId="Web-{54F0C65C-9CE4-99D0-1A1A-9714620C6E86}" dt="2024-11-28T07:39:38.049" v="1" actId="14100"/>
        <pc:sldMkLst>
          <pc:docMk/>
          <pc:sldMk cId="686932933" sldId="268"/>
        </pc:sldMkLst>
        <pc:picChg chg="mod">
          <ac:chgData name="ゲスト ユーザー" userId="S::urn:spo:anon#b5a0c1b96bc6d94dcc88e1871a7f26510e1c231f10a79327ecb2caa3a91c285c::" providerId="AD" clId="Web-{54F0C65C-9CE4-99D0-1A1A-9714620C6E86}" dt="2024-11-28T07:39:38.049" v="1" actId="14100"/>
          <ac:picMkLst>
            <pc:docMk/>
            <pc:sldMk cId="686932933" sldId="268"/>
            <ac:picMk id="24" creationId="{6CBD3EC6-61EF-C2C2-15D3-103AFAE2632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2">
            <a:extLst>
              <a:ext uri="{FF2B5EF4-FFF2-40B4-BE49-F238E27FC236}">
                <a16:creationId xmlns:a16="http://schemas.microsoft.com/office/drawing/2014/main" id="{158B50B2-A115-4510-AB8E-B5E03BBB46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5507" y="41080"/>
            <a:ext cx="9144000" cy="405192"/>
          </a:xfrm>
        </p:spPr>
        <p:txBody>
          <a:bodyPr>
            <a:normAutofit lnSpcReduction="10000"/>
          </a:bodyPr>
          <a:lstStyle>
            <a:lvl1pPr marL="0" indent="0">
              <a:buNone/>
              <a:defRPr/>
            </a:lvl1pPr>
          </a:lstStyle>
          <a:p>
            <a:pPr algn="l"/>
            <a:r>
              <a:rPr kumimoji="1" lang="ja-JP" altLang="en-US">
                <a:solidFill>
                  <a:srgbClr val="FF0000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</a:rPr>
              <a:t>・</a:t>
            </a: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C72D3441-D348-3053-A5FD-90586C0C1CBF}"/>
              </a:ext>
            </a:extLst>
          </p:cNvPr>
          <p:cNvGrpSpPr/>
          <p:nvPr userDrawn="1"/>
        </p:nvGrpSpPr>
        <p:grpSpPr>
          <a:xfrm>
            <a:off x="555506" y="799106"/>
            <a:ext cx="11033520" cy="5648076"/>
            <a:chOff x="555506" y="748747"/>
            <a:chExt cx="11033520" cy="5698435"/>
          </a:xfrm>
        </p:grpSpPr>
        <p:sp>
          <p:nvSpPr>
            <p:cNvPr id="4" name="字幕 2">
              <a:extLst>
                <a:ext uri="{FF2B5EF4-FFF2-40B4-BE49-F238E27FC236}">
                  <a16:creationId xmlns:a16="http://schemas.microsoft.com/office/drawing/2014/main" id="{303EB3DB-BE84-0BD0-65A4-DAC730A968B7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55506" y="748747"/>
              <a:ext cx="11033520" cy="569843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kumimoji="1"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kumimoji="1"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00000"/>
                </a:lnSpc>
              </a:pPr>
              <a:r>
                <a:rPr lang="ja-JP" altLang="en-US" sz="2200">
                  <a:solidFill>
                    <a:srgbClr val="FF0000"/>
                  </a:solidFill>
                  <a:latin typeface="Noto Serif JP ExtraBold" panose="02020200000000000000" pitchFamily="18" charset="-128"/>
                  <a:ea typeface="Noto Serif JP ExtraBold" panose="02020200000000000000" pitchFamily="18" charset="-128"/>
                </a:rPr>
                <a:t>ご使用前にご一読ください＜表記のルール＞</a:t>
              </a:r>
              <a:endParaRPr lang="en-US" altLang="ja-JP" sz="2200">
                <a:solidFill>
                  <a:srgbClr val="FF0000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・タイトルや大見出し、重要なキャッチコピーなどは「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serif JP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」を第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1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候補としますが、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OS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環境や互換性などの影響で正しく表示されないなどあれば、第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2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候補として「ヒラギノ明朝」「源ノ明朝」を使用してください。それも難しい場合、第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3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候補として、その他任意の明朝体を使用してください。</a:t>
              </a: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・中見出し以下のテキストは「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」を第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1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候補とし、上記同様第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2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候補は「ヒラギノ角ゴシック」「源ノ角ゴシック」とし、第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3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候補はその他任意のゴシック体を使用してください。</a:t>
              </a: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フォントはグーグルが提供する無料フォントです。本テンプレートで使用・推奨しているフォントは、以下の種類です。</a:t>
              </a: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明朝　　　　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serif JP  ExtraBold          </a:t>
              </a: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ゴシック　　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 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SemiBold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 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Medium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　　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noto sans JP</a:t>
              </a: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 </a:t>
              </a:r>
              <a:r>
                <a:rPr lang="en-US" altLang="ja-JP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Light</a:t>
              </a: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・見出し等の文字やあしらいの色は、基本的に黒もしくは学部カラーを適宜用いて表記してください。その他の色は極力使用しないでください。</a:t>
              </a: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200"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・図やイラストの色は特に規定はありません。学部カラーを使用すれば誌面全体に統一感をもたらすことができますが、その他の色をアクセント的に使用することも可能です。図やイラストの内容に応じて適宜検討してください。</a:t>
              </a:r>
              <a:endParaRPr lang="en-US" altLang="ja-JP" sz="1200"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endParaRPr lang="en-US" altLang="ja-JP" sz="1200">
                <a:solidFill>
                  <a:schemeClr val="tx1"/>
                </a:solidFill>
                <a:latin typeface="Noto Sans JP Light" panose="020B0200000000000000" pitchFamily="50" charset="-128"/>
                <a:ea typeface="Noto Sans JP Light" panose="020B0200000000000000" pitchFamily="50" charset="-128"/>
              </a:endParaRPr>
            </a:p>
            <a:p>
              <a:pPr algn="l">
                <a:lnSpc>
                  <a:spcPct val="100000"/>
                </a:lnSpc>
              </a:pPr>
              <a:r>
                <a:rPr lang="ja-JP" altLang="en-US" sz="1400">
                  <a:solidFill>
                    <a:srgbClr val="FF0000"/>
                  </a:solidFill>
                  <a:latin typeface="Noto Sans JP Light" panose="020B0200000000000000" pitchFamily="50" charset="-128"/>
                  <a:ea typeface="Noto Sans JP Light" panose="020B0200000000000000" pitchFamily="50" charset="-128"/>
                </a:rPr>
                <a:t>テンプレートデザインの都合により、スライドマスターとは一部しか連動していません。各ページのデザインを優先してご使用ください。</a:t>
              </a:r>
            </a:p>
          </p:txBody>
        </p:sp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4346FB8-D052-ABF8-4883-9BCF4BAAD2A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402431" y="1973647"/>
              <a:ext cx="6110771" cy="19202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647E492C-7534-8F39-C1FB-A189FA3BC0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402431" y="3043056"/>
              <a:ext cx="4736344" cy="195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34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923AEB9-5B16-219E-F7FA-3BDCF4ABA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11ABEB-23E9-45C8-B2FB-C9591AE0EFB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FADEBA28-5751-3192-3095-034DAB9A50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11241" y="175865"/>
            <a:ext cx="7169517" cy="499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44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6B0623F4-B42D-3139-E1F8-3157F45DD2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6D652A7-E3BD-C27D-C1CC-B3FD59C66D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2353" y="2533785"/>
            <a:ext cx="8090464" cy="1325563"/>
          </a:xfrm>
        </p:spPr>
        <p:txBody>
          <a:bodyPr/>
          <a:lstStyle/>
          <a:p>
            <a:r>
              <a:rPr kumimoji="1" lang="ja-JP" altLang="en-US"/>
              <a:t>テーマタイトル</a:t>
            </a:r>
          </a:p>
        </p:txBody>
      </p:sp>
    </p:spTree>
    <p:extLst>
      <p:ext uri="{BB962C8B-B14F-4D97-AF65-F5344CB8AC3E}">
        <p14:creationId xmlns:p14="http://schemas.microsoft.com/office/powerpoint/2010/main" val="31210290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0" y="10682"/>
            <a:ext cx="12173008" cy="684731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381ED79-14F1-6156-8DC7-5C6D923F38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11106" y="126154"/>
            <a:ext cx="8572238" cy="540232"/>
          </a:xfrm>
        </p:spPr>
        <p:txBody>
          <a:bodyPr anchor="ctr">
            <a:normAutofit/>
          </a:bodyPr>
          <a:lstStyle>
            <a:lvl1pPr algn="l">
              <a:defRPr sz="2200"/>
            </a:lvl1pPr>
          </a:lstStyle>
          <a:p>
            <a:r>
              <a:rPr kumimoji="1" lang="ja-JP" altLang="en-US"/>
              <a:t>ページタイトル（明朝体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038DC5-43D4-561E-A8C9-A45B86B4B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331" y="6526923"/>
            <a:ext cx="999008" cy="3310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11ABEB-23E9-45C8-B2FB-C9591AE0EFB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AF0845C-4B73-7340-AB76-4A120C3EF1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6" y="6573951"/>
            <a:ext cx="1556426" cy="216000"/>
          </a:xfrm>
          <a:prstGeom prst="rect">
            <a:avLst/>
          </a:prstGeom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E0A4F35-B3CA-0041-BBDB-6F1AE6EEF6D8}"/>
              </a:ext>
            </a:extLst>
          </p:cNvPr>
          <p:cNvCxnSpPr/>
          <p:nvPr userDrawn="1"/>
        </p:nvCxnSpPr>
        <p:spPr>
          <a:xfrm>
            <a:off x="311106" y="666386"/>
            <a:ext cx="10966494" cy="0"/>
          </a:xfrm>
          <a:prstGeom prst="line">
            <a:avLst/>
          </a:prstGeom>
          <a:ln w="25400">
            <a:solidFill>
              <a:srgbClr val="C816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E3211A9D-DD94-4F8A-5AC6-77AAEE05753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1105" y="874063"/>
            <a:ext cx="11552241" cy="5510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kumimoji="1" lang="ja-JP" altLang="en-US"/>
              <a:t>大見出し（明朝体ボールド</a:t>
            </a:r>
            <a:r>
              <a:rPr kumimoji="1" lang="en-US" altLang="ja-JP"/>
              <a:t>26pt</a:t>
            </a:r>
            <a:r>
              <a:rPr kumimoji="1" lang="ja-JP" altLang="en-US"/>
              <a:t>）</a:t>
            </a:r>
          </a:p>
          <a:p>
            <a:pPr lvl="2"/>
            <a:r>
              <a:rPr kumimoji="1" lang="ja-JP" altLang="en-US"/>
              <a:t>中見出し（ゴシック体ボールド</a:t>
            </a:r>
            <a:r>
              <a:rPr kumimoji="1" lang="en-US" altLang="ja-JP"/>
              <a:t>20pt</a:t>
            </a:r>
            <a:r>
              <a:rPr kumimoji="1" lang="ja-JP" altLang="en-US"/>
              <a:t>）</a:t>
            </a:r>
          </a:p>
          <a:p>
            <a:pPr lvl="3"/>
            <a:r>
              <a:rPr kumimoji="1" lang="ja-JP" altLang="en-US"/>
              <a:t>小見出し（ゴシック体ボールド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</a:p>
          <a:p>
            <a:pPr lvl="4"/>
            <a:r>
              <a:rPr kumimoji="1" lang="ja-JP" altLang="en-US"/>
              <a:t>ボディコピー、本文（ゴシック体レギュラー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5"/>
            <a:r>
              <a:rPr kumimoji="1" lang="ja-JP" altLang="en-US"/>
              <a:t>注釈（ゴシック体ライト</a:t>
            </a:r>
            <a:r>
              <a:rPr kumimoji="1" lang="en-US" altLang="ja-JP"/>
              <a:t>12pt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031923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0" y="10682"/>
            <a:ext cx="12173008" cy="6847317"/>
          </a:xfrm>
          <a:prstGeom prst="rect">
            <a:avLst/>
          </a:prstGeom>
        </p:spPr>
      </p:pic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6890A239-F97F-E045-9676-B6F8DCB27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331" y="6526923"/>
            <a:ext cx="999008" cy="33107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B11ABEB-23E9-45C8-B2FB-C9591AE0EFB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4F1E108F-0617-1D45-817B-DAA164FD0C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596" y="6573951"/>
            <a:ext cx="1556426" cy="216000"/>
          </a:xfrm>
          <a:prstGeom prst="rect">
            <a:avLst/>
          </a:prstGeom>
        </p:spPr>
      </p:pic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D338D959-5845-335E-C564-9B591D255F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13765" y="869575"/>
            <a:ext cx="11549581" cy="55590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kumimoji="1" lang="ja-JP" altLang="en-US"/>
              <a:t>大見出し（明朝体ボールド</a:t>
            </a:r>
            <a:r>
              <a:rPr kumimoji="1" lang="en-US" altLang="ja-JP"/>
              <a:t>26pt</a:t>
            </a:r>
            <a:r>
              <a:rPr kumimoji="1" lang="ja-JP" altLang="en-US"/>
              <a:t>）</a:t>
            </a:r>
          </a:p>
          <a:p>
            <a:pPr lvl="2"/>
            <a:r>
              <a:rPr kumimoji="1" lang="ja-JP" altLang="en-US"/>
              <a:t>中見出し（ゴシック体ボールド</a:t>
            </a:r>
            <a:r>
              <a:rPr kumimoji="1" lang="en-US" altLang="ja-JP"/>
              <a:t>20pt</a:t>
            </a:r>
            <a:r>
              <a:rPr kumimoji="1" lang="ja-JP" altLang="en-US"/>
              <a:t>）</a:t>
            </a:r>
          </a:p>
          <a:p>
            <a:pPr lvl="3"/>
            <a:r>
              <a:rPr kumimoji="1" lang="ja-JP" altLang="en-US"/>
              <a:t>小見出し（ゴシック体ボールド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</a:p>
          <a:p>
            <a:pPr lvl="4"/>
            <a:r>
              <a:rPr kumimoji="1" lang="ja-JP" altLang="en-US"/>
              <a:t>ボディコピー、本文（ゴシック体レギュラー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5"/>
            <a:r>
              <a:rPr kumimoji="1" lang="ja-JP" altLang="en-US"/>
              <a:t>注釈（ゴシック体ライト</a:t>
            </a:r>
            <a:r>
              <a:rPr kumimoji="1" lang="en-US" altLang="ja-JP"/>
              <a:t>12pt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72695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0" y="10682"/>
            <a:ext cx="12173008" cy="6847317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381ED79-14F1-6156-8DC7-5C6D923F38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9366" y="2433536"/>
            <a:ext cx="5729977" cy="200160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rgbClr val="00A0B9"/>
                </a:solidFill>
              </a:defRPr>
            </a:lvl1pPr>
          </a:lstStyle>
          <a:p>
            <a:r>
              <a:rPr kumimoji="1" lang="ja-JP" altLang="en-US"/>
              <a:t>中扉タイトル</a:t>
            </a:r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AA3F0ECF-B882-524E-BD11-27DB4E01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4331" y="6526923"/>
            <a:ext cx="999008" cy="33107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B11ABEB-23E9-45C8-B2FB-C9591AE0EFB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96564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AE11D52-8D95-E9A6-C59C-8276119DE9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0" y="10682"/>
            <a:ext cx="12173008" cy="684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E329386-418A-E17C-E7C1-BD7592E91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テーマタイトル（明朝体ボールド</a:t>
            </a:r>
            <a:r>
              <a:rPr kumimoji="1" lang="en-US" altLang="ja-JP"/>
              <a:t>50pt</a:t>
            </a:r>
            <a:r>
              <a:rPr kumimoji="1" lang="ja-JP" altLang="en-US"/>
              <a:t>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F2A78F-D340-B435-99BA-C856B10C6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中扉タイトル（明朝体ボールド</a:t>
            </a:r>
            <a:r>
              <a:rPr kumimoji="1" lang="en-US" altLang="ja-JP"/>
              <a:t>40pt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0"/>
            <a:r>
              <a:rPr kumimoji="1" lang="ja-JP" altLang="en-US"/>
              <a:t>ページタイトル（明朝体ボールド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  <a:p>
            <a:pPr lvl="1"/>
            <a:r>
              <a:rPr kumimoji="1" lang="ja-JP" altLang="en-US"/>
              <a:t>大見出し（明朝体ボールド</a:t>
            </a:r>
            <a:r>
              <a:rPr kumimoji="1" lang="en-US" altLang="ja-JP"/>
              <a:t>26pt</a:t>
            </a:r>
            <a:r>
              <a:rPr kumimoji="1" lang="ja-JP" altLang="en-US"/>
              <a:t>）</a:t>
            </a:r>
          </a:p>
          <a:p>
            <a:pPr lvl="2"/>
            <a:r>
              <a:rPr kumimoji="1" lang="ja-JP" altLang="en-US"/>
              <a:t>中見出し（ゴシック体ボールド</a:t>
            </a:r>
            <a:r>
              <a:rPr kumimoji="1" lang="en-US" altLang="ja-JP"/>
              <a:t>20pt</a:t>
            </a:r>
            <a:r>
              <a:rPr kumimoji="1" lang="ja-JP" altLang="en-US"/>
              <a:t>）</a:t>
            </a:r>
          </a:p>
          <a:p>
            <a:pPr lvl="3"/>
            <a:r>
              <a:rPr kumimoji="1" lang="ja-JP" altLang="en-US"/>
              <a:t>小見出し（ゴシック体ボールド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</a:p>
          <a:p>
            <a:pPr lvl="4"/>
            <a:r>
              <a:rPr kumimoji="1" lang="ja-JP" altLang="en-US"/>
              <a:t>ボディコピー、本文（ゴシック体レギュラー</a:t>
            </a:r>
            <a:r>
              <a:rPr kumimoji="1" lang="en-US" altLang="ja-JP"/>
              <a:t>16pt</a:t>
            </a:r>
            <a:r>
              <a:rPr kumimoji="1" lang="ja-JP" altLang="en-US"/>
              <a:t>）</a:t>
            </a:r>
            <a:endParaRPr kumimoji="1" lang="en-US" altLang="ja-JP"/>
          </a:p>
          <a:p>
            <a:pPr lvl="5"/>
            <a:r>
              <a:rPr kumimoji="1" lang="ja-JP" altLang="en-US"/>
              <a:t>注釈（ゴシック体ライト</a:t>
            </a:r>
            <a:r>
              <a:rPr kumimoji="1" lang="en-US" altLang="ja-JP"/>
              <a:t>12pt</a:t>
            </a:r>
            <a:r>
              <a:rPr kumimoji="1" lang="ja-JP" altLang="en-US"/>
              <a:t>）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2BED4C-6CE9-BBDC-BFBB-C4FC0ADDF3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4331" y="6400494"/>
            <a:ext cx="9990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11ABEB-23E9-45C8-B2FB-C9591AE0EFB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07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8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5000" b="1" i="0" kern="1200">
          <a:solidFill>
            <a:schemeClr val="tx1"/>
          </a:solidFill>
          <a:latin typeface="Noto Serif JP ExtraBold" panose="02020200000000000000" pitchFamily="18" charset="-128"/>
          <a:ea typeface="Noto Serif JP ExtraBold" panose="02020200000000000000" pitchFamily="18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200" b="1" i="0" kern="1200">
          <a:solidFill>
            <a:schemeClr val="tx1"/>
          </a:solidFill>
          <a:latin typeface="Noto Serif JP ExtraBold" panose="02020200000000000000" pitchFamily="18" charset="-128"/>
          <a:ea typeface="Noto Serif JP ExtraBold" panose="02020200000000000000" pitchFamily="18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600" b="1" i="0" kern="1200">
          <a:solidFill>
            <a:srgbClr val="00A0B9"/>
          </a:solidFill>
          <a:latin typeface="Noto Serif JP ExtraBold" panose="02020200000000000000" pitchFamily="18" charset="-128"/>
          <a:ea typeface="Noto Serif JP ExtraBold" panose="02020200000000000000" pitchFamily="18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b="1" i="0" kern="1200">
          <a:solidFill>
            <a:srgbClr val="00A0B9"/>
          </a:solidFill>
          <a:latin typeface="Noto Sans JP SemiBold" panose="020B0200000000000000" pitchFamily="50" charset="-128"/>
          <a:ea typeface="Noto Sans JP SemiBold" panose="020B0200000000000000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b="1" i="0" kern="1200">
          <a:solidFill>
            <a:schemeClr val="tx1"/>
          </a:solidFill>
          <a:latin typeface="Noto Sans JP SemiBold" panose="020B0200000000000000" pitchFamily="50" charset="-128"/>
          <a:ea typeface="Noto Sans JP SemiBold" panose="020B0200000000000000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600" b="0" i="0" kern="1200">
          <a:solidFill>
            <a:schemeClr val="tx1"/>
          </a:solidFill>
          <a:latin typeface="Noto Sans JP Medium" panose="020B0200000000000000" pitchFamily="50" charset="-128"/>
          <a:ea typeface="Noto Sans JP Medium" panose="020B0200000000000000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200" b="0" i="0" kern="1200">
          <a:solidFill>
            <a:schemeClr val="tx1"/>
          </a:solidFill>
          <a:latin typeface="Noto Sans JP Light" panose="020B0200000000000000" pitchFamily="50" charset="-128"/>
          <a:ea typeface="Noto Sans JP Light" panose="020B0200000000000000" pitchFamily="50" charset="-128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2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1.pn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6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4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3.png"/><Relationship Id="rId30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405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E08D4095-DEA6-CC64-15C8-1B5BDF6A75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004331" y="6514737"/>
            <a:ext cx="686429" cy="250881"/>
          </a:xfrm>
        </p:spPr>
        <p:txBody>
          <a:bodyPr/>
          <a:lstStyle/>
          <a:p>
            <a:fld id="{DB11ABEB-23E9-45C8-B2FB-C9591AE0EFB2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4" name="図 3" descr="図形&#10;&#10;中程度の精度で自動的に生成された説明">
            <a:extLst>
              <a:ext uri="{FF2B5EF4-FFF2-40B4-BE49-F238E27FC236}">
                <a16:creationId xmlns:a16="http://schemas.microsoft.com/office/drawing/2014/main" id="{31754A82-35C0-1544-E54C-78A6069DC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7148" y="1006700"/>
            <a:ext cx="2111424" cy="342910"/>
          </a:xfrm>
          <a:prstGeom prst="rect">
            <a:avLst/>
          </a:prstGeom>
        </p:spPr>
      </p:pic>
      <p:pic>
        <p:nvPicPr>
          <p:cNvPr id="6" name="図 5" descr="図形&#10;&#10;中程度の精度で自動的に生成された説明">
            <a:extLst>
              <a:ext uri="{FF2B5EF4-FFF2-40B4-BE49-F238E27FC236}">
                <a16:creationId xmlns:a16="http://schemas.microsoft.com/office/drawing/2014/main" id="{DEC035DB-0902-DE94-989E-7756875C2C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845" y="5108852"/>
            <a:ext cx="2122304" cy="342910"/>
          </a:xfrm>
          <a:prstGeom prst="rect">
            <a:avLst/>
          </a:prstGeom>
        </p:spPr>
      </p:pic>
      <p:pic>
        <p:nvPicPr>
          <p:cNvPr id="8" name="図 7" descr="図形&#10;&#10;中程度の精度で自動的に生成された説明">
            <a:extLst>
              <a:ext uri="{FF2B5EF4-FFF2-40B4-BE49-F238E27FC236}">
                <a16:creationId xmlns:a16="http://schemas.microsoft.com/office/drawing/2014/main" id="{DA370CB0-1B50-3707-B3C8-E2DA5054E3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81" y="3340048"/>
            <a:ext cx="1165809" cy="342910"/>
          </a:xfrm>
          <a:prstGeom prst="rect">
            <a:avLst/>
          </a:prstGeom>
        </p:spPr>
      </p:pic>
      <p:pic>
        <p:nvPicPr>
          <p:cNvPr id="10" name="図 9" descr="図形&#10;&#10;中程度の精度で自動的に生成された説明">
            <a:extLst>
              <a:ext uri="{FF2B5EF4-FFF2-40B4-BE49-F238E27FC236}">
                <a16:creationId xmlns:a16="http://schemas.microsoft.com/office/drawing/2014/main" id="{D688A2BF-1BDD-C782-80DD-B1950A32F3F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81" y="3894915"/>
            <a:ext cx="1405150" cy="342910"/>
          </a:xfrm>
          <a:prstGeom prst="rect">
            <a:avLst/>
          </a:prstGeom>
        </p:spPr>
      </p:pic>
      <p:pic>
        <p:nvPicPr>
          <p:cNvPr id="12" name="図 11" descr="図形&#10;&#10;中程度の精度で自動的に生成された説明">
            <a:extLst>
              <a:ext uri="{FF2B5EF4-FFF2-40B4-BE49-F238E27FC236}">
                <a16:creationId xmlns:a16="http://schemas.microsoft.com/office/drawing/2014/main" id="{B7639986-1627-88AA-3417-6FCB2EC197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9" y="1006700"/>
            <a:ext cx="1624474" cy="342910"/>
          </a:xfrm>
          <a:prstGeom prst="rect">
            <a:avLst/>
          </a:prstGeom>
        </p:spPr>
      </p:pic>
      <p:pic>
        <p:nvPicPr>
          <p:cNvPr id="14" name="図 13" descr="図形&#10;&#10;中程度の精度で自動的に生成された説明">
            <a:extLst>
              <a:ext uri="{FF2B5EF4-FFF2-40B4-BE49-F238E27FC236}">
                <a16:creationId xmlns:a16="http://schemas.microsoft.com/office/drawing/2014/main" id="{FA5ACC35-C674-99A3-312B-9A53D0CF74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9" y="1570692"/>
            <a:ext cx="1863815" cy="342910"/>
          </a:xfrm>
          <a:prstGeom prst="rect">
            <a:avLst/>
          </a:prstGeom>
        </p:spPr>
      </p:pic>
      <p:pic>
        <p:nvPicPr>
          <p:cNvPr id="16" name="図 15" descr="図形&#10;&#10;中程度の精度で自動的に生成された説明">
            <a:extLst>
              <a:ext uri="{FF2B5EF4-FFF2-40B4-BE49-F238E27FC236}">
                <a16:creationId xmlns:a16="http://schemas.microsoft.com/office/drawing/2014/main" id="{F89B4882-D2DD-6AA1-2436-FE7F26A548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9" y="2225050"/>
            <a:ext cx="1602716" cy="342910"/>
          </a:xfrm>
          <a:prstGeom prst="rect">
            <a:avLst/>
          </a:prstGeom>
        </p:spPr>
      </p:pic>
      <p:pic>
        <p:nvPicPr>
          <p:cNvPr id="18" name="図 17" descr="図形&#10;&#10;中程度の精度で自動的に生成された説明">
            <a:extLst>
              <a:ext uri="{FF2B5EF4-FFF2-40B4-BE49-F238E27FC236}">
                <a16:creationId xmlns:a16="http://schemas.microsoft.com/office/drawing/2014/main" id="{E8CD9C04-393E-6436-0B8F-F42BF49743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9" y="2744939"/>
            <a:ext cx="1842057" cy="342910"/>
          </a:xfrm>
          <a:prstGeom prst="rect">
            <a:avLst/>
          </a:prstGeom>
        </p:spPr>
      </p:pic>
      <p:pic>
        <p:nvPicPr>
          <p:cNvPr id="20" name="図 19" descr="図形&#10;&#10;中程度の精度で自動的に生成された説明">
            <a:extLst>
              <a:ext uri="{FF2B5EF4-FFF2-40B4-BE49-F238E27FC236}">
                <a16:creationId xmlns:a16="http://schemas.microsoft.com/office/drawing/2014/main" id="{7E3294EB-F620-2E2B-0AC9-AC8C64CBC1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9" y="3845293"/>
            <a:ext cx="1884268" cy="342910"/>
          </a:xfrm>
          <a:prstGeom prst="rect">
            <a:avLst/>
          </a:prstGeom>
        </p:spPr>
      </p:pic>
      <p:pic>
        <p:nvPicPr>
          <p:cNvPr id="22" name="図 21" descr="図形&#10;&#10;中程度の精度で自動的に生成された説明">
            <a:extLst>
              <a:ext uri="{FF2B5EF4-FFF2-40B4-BE49-F238E27FC236}">
                <a16:creationId xmlns:a16="http://schemas.microsoft.com/office/drawing/2014/main" id="{3DC4FCEB-4AD0-90D8-6878-CEA1D221772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549" y="3340048"/>
            <a:ext cx="2109249" cy="342910"/>
          </a:xfrm>
          <a:prstGeom prst="rect">
            <a:avLst/>
          </a:prstGeom>
        </p:spPr>
      </p:pic>
      <p:pic>
        <p:nvPicPr>
          <p:cNvPr id="24" name="図 23" descr="図形&#10;&#10;中程度の精度で自動的に生成された説明">
            <a:extLst>
              <a:ext uri="{FF2B5EF4-FFF2-40B4-BE49-F238E27FC236}">
                <a16:creationId xmlns:a16="http://schemas.microsoft.com/office/drawing/2014/main" id="{6CBD3EC6-61EF-C2C2-15D3-103AFAE2632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30" y="1006700"/>
            <a:ext cx="1638835" cy="342910"/>
          </a:xfrm>
          <a:prstGeom prst="rect">
            <a:avLst/>
          </a:prstGeom>
        </p:spPr>
      </p:pic>
      <p:pic>
        <p:nvPicPr>
          <p:cNvPr id="26" name="図 25" descr="図形&#10;&#10;中程度の精度で自動的に生成された説明">
            <a:extLst>
              <a:ext uri="{FF2B5EF4-FFF2-40B4-BE49-F238E27FC236}">
                <a16:creationId xmlns:a16="http://schemas.microsoft.com/office/drawing/2014/main" id="{627E19DF-4D3C-DF3F-E59B-CF4677C758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31" y="1570692"/>
            <a:ext cx="1878176" cy="342910"/>
          </a:xfrm>
          <a:prstGeom prst="rect">
            <a:avLst/>
          </a:prstGeom>
        </p:spPr>
      </p:pic>
      <p:pic>
        <p:nvPicPr>
          <p:cNvPr id="28" name="図 27" descr="図形&#10;&#10;中程度の精度で自動的に生成された説明">
            <a:extLst>
              <a:ext uri="{FF2B5EF4-FFF2-40B4-BE49-F238E27FC236}">
                <a16:creationId xmlns:a16="http://schemas.microsoft.com/office/drawing/2014/main" id="{4689F89B-9DAC-321F-3305-D0534CAE6F3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3462" y="3399470"/>
            <a:ext cx="2104462" cy="342910"/>
          </a:xfrm>
          <a:prstGeom prst="rect">
            <a:avLst/>
          </a:prstGeom>
        </p:spPr>
      </p:pic>
      <p:pic>
        <p:nvPicPr>
          <p:cNvPr id="30" name="図 29" descr="図形&#10;&#10;中程度の精度で自動的に生成された説明">
            <a:extLst>
              <a:ext uri="{FF2B5EF4-FFF2-40B4-BE49-F238E27FC236}">
                <a16:creationId xmlns:a16="http://schemas.microsoft.com/office/drawing/2014/main" id="{A9B6DC88-DD1A-87CC-96B5-1140BC546A6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30" y="3900454"/>
            <a:ext cx="2320732" cy="339535"/>
          </a:xfrm>
          <a:prstGeom prst="rect">
            <a:avLst/>
          </a:prstGeom>
        </p:spPr>
      </p:pic>
      <p:pic>
        <p:nvPicPr>
          <p:cNvPr id="32" name="図 31" descr="図形&#10;&#10;中程度の精度で自動的に生成された説明">
            <a:extLst>
              <a:ext uri="{FF2B5EF4-FFF2-40B4-BE49-F238E27FC236}">
                <a16:creationId xmlns:a16="http://schemas.microsoft.com/office/drawing/2014/main" id="{0BF72500-D84F-2283-C737-C31C1F5CDC8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31" y="2229308"/>
            <a:ext cx="2116646" cy="342910"/>
          </a:xfrm>
          <a:prstGeom prst="rect">
            <a:avLst/>
          </a:prstGeom>
        </p:spPr>
      </p:pic>
      <p:pic>
        <p:nvPicPr>
          <p:cNvPr id="34" name="図 33" descr="図形&#10;&#10;中程度の精度で自動的に生成された説明">
            <a:extLst>
              <a:ext uri="{FF2B5EF4-FFF2-40B4-BE49-F238E27FC236}">
                <a16:creationId xmlns:a16="http://schemas.microsoft.com/office/drawing/2014/main" id="{A108A7E1-2245-EA70-14B9-095CB486A1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7830" y="2744939"/>
            <a:ext cx="2320732" cy="337780"/>
          </a:xfrm>
          <a:prstGeom prst="rect">
            <a:avLst/>
          </a:prstGeom>
        </p:spPr>
      </p:pic>
      <p:pic>
        <p:nvPicPr>
          <p:cNvPr id="36" name="図 35" descr="図形&#10;&#10;中程度の精度で自動的に生成された説明">
            <a:extLst>
              <a:ext uri="{FF2B5EF4-FFF2-40B4-BE49-F238E27FC236}">
                <a16:creationId xmlns:a16="http://schemas.microsoft.com/office/drawing/2014/main" id="{F47D888C-1F0D-7CF9-5E1B-797A4ACFBC6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5" y="1006700"/>
            <a:ext cx="1621863" cy="342910"/>
          </a:xfrm>
          <a:prstGeom prst="rect">
            <a:avLst/>
          </a:prstGeom>
        </p:spPr>
      </p:pic>
      <p:pic>
        <p:nvPicPr>
          <p:cNvPr id="38" name="図 37" descr="図形&#10;&#10;中程度の精度で自動的に生成された説明">
            <a:extLst>
              <a:ext uri="{FF2B5EF4-FFF2-40B4-BE49-F238E27FC236}">
                <a16:creationId xmlns:a16="http://schemas.microsoft.com/office/drawing/2014/main" id="{60C7BEB2-7EC9-59B6-C0CE-9E6369D962C5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4" y="1570692"/>
            <a:ext cx="1861204" cy="342910"/>
          </a:xfrm>
          <a:prstGeom prst="rect">
            <a:avLst/>
          </a:prstGeom>
        </p:spPr>
      </p:pic>
      <p:pic>
        <p:nvPicPr>
          <p:cNvPr id="40" name="図 39" descr="図形&#10;&#10;中程度の精度で自動的に生成された説明">
            <a:extLst>
              <a:ext uri="{FF2B5EF4-FFF2-40B4-BE49-F238E27FC236}">
                <a16:creationId xmlns:a16="http://schemas.microsoft.com/office/drawing/2014/main" id="{01708327-9435-D087-1081-A5A6290A48E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4" y="4513743"/>
            <a:ext cx="2120128" cy="342910"/>
          </a:xfrm>
          <a:prstGeom prst="rect">
            <a:avLst/>
          </a:prstGeom>
        </p:spPr>
      </p:pic>
      <p:pic>
        <p:nvPicPr>
          <p:cNvPr id="42" name="図 41" descr="図形&#10;&#10;中程度の精度で自動的に生成された説明">
            <a:extLst>
              <a:ext uri="{FF2B5EF4-FFF2-40B4-BE49-F238E27FC236}">
                <a16:creationId xmlns:a16="http://schemas.microsoft.com/office/drawing/2014/main" id="{BF407627-5CBD-4E1F-C838-F1603133166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3" y="5006529"/>
            <a:ext cx="2320732" cy="337967"/>
          </a:xfrm>
          <a:prstGeom prst="rect">
            <a:avLst/>
          </a:prstGeom>
        </p:spPr>
      </p:pic>
      <p:pic>
        <p:nvPicPr>
          <p:cNvPr id="44" name="図 43" descr="図形&#10;&#10;中程度の精度で自動的に生成された説明">
            <a:extLst>
              <a:ext uri="{FF2B5EF4-FFF2-40B4-BE49-F238E27FC236}">
                <a16:creationId xmlns:a16="http://schemas.microsoft.com/office/drawing/2014/main" id="{0B8B9E41-CC4A-9C23-CC3B-28E4AEAEFEDD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3" y="3399470"/>
            <a:ext cx="1400363" cy="342910"/>
          </a:xfrm>
          <a:prstGeom prst="rect">
            <a:avLst/>
          </a:prstGeom>
        </p:spPr>
      </p:pic>
      <p:pic>
        <p:nvPicPr>
          <p:cNvPr id="46" name="図 45" descr="図形&#10;&#10;中程度の精度で自動的に生成された説明">
            <a:extLst>
              <a:ext uri="{FF2B5EF4-FFF2-40B4-BE49-F238E27FC236}">
                <a16:creationId xmlns:a16="http://schemas.microsoft.com/office/drawing/2014/main" id="{DF63E38C-F9B0-60A6-FDA3-65B96B321B0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8" y="3900454"/>
            <a:ext cx="1639705" cy="342910"/>
          </a:xfrm>
          <a:prstGeom prst="rect">
            <a:avLst/>
          </a:prstGeom>
        </p:spPr>
      </p:pic>
      <p:pic>
        <p:nvPicPr>
          <p:cNvPr id="48" name="図 47" descr="図形&#10;&#10;中程度の精度で自動的に生成された説明">
            <a:extLst>
              <a:ext uri="{FF2B5EF4-FFF2-40B4-BE49-F238E27FC236}">
                <a16:creationId xmlns:a16="http://schemas.microsoft.com/office/drawing/2014/main" id="{562D6C2B-9801-64C0-4EF0-ED1FB8FB11B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3" y="2242724"/>
            <a:ext cx="2467628" cy="344463"/>
          </a:xfrm>
          <a:prstGeom prst="rect">
            <a:avLst/>
          </a:prstGeom>
        </p:spPr>
      </p:pic>
      <p:pic>
        <p:nvPicPr>
          <p:cNvPr id="50" name="図 49" descr="図形&#10;&#10;中程度の精度で自動的に生成された説明">
            <a:extLst>
              <a:ext uri="{FF2B5EF4-FFF2-40B4-BE49-F238E27FC236}">
                <a16:creationId xmlns:a16="http://schemas.microsoft.com/office/drawing/2014/main" id="{36F4297C-1429-F6D5-4D0A-75BCB41D9B2C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2" y="2744939"/>
            <a:ext cx="2695850" cy="342910"/>
          </a:xfrm>
          <a:prstGeom prst="rect">
            <a:avLst/>
          </a:prstGeom>
        </p:spPr>
      </p:pic>
      <p:pic>
        <p:nvPicPr>
          <p:cNvPr id="52" name="図 51" descr="図形&#10;&#10;中程度の精度で自動的に生成された説明">
            <a:extLst>
              <a:ext uri="{FF2B5EF4-FFF2-40B4-BE49-F238E27FC236}">
                <a16:creationId xmlns:a16="http://schemas.microsoft.com/office/drawing/2014/main" id="{C1CA0775-1430-44F3-B9D5-C4773951568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3" y="5619568"/>
            <a:ext cx="2135358" cy="342910"/>
          </a:xfrm>
          <a:prstGeom prst="rect">
            <a:avLst/>
          </a:prstGeom>
        </p:spPr>
      </p:pic>
      <p:pic>
        <p:nvPicPr>
          <p:cNvPr id="54" name="図 53" descr="図形&#10;&#10;中程度の精度で自動的に生成された説明">
            <a:extLst>
              <a:ext uri="{FF2B5EF4-FFF2-40B4-BE49-F238E27FC236}">
                <a16:creationId xmlns:a16="http://schemas.microsoft.com/office/drawing/2014/main" id="{DEEA0D24-D959-05B2-5F26-090011353E12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13" y="6107411"/>
            <a:ext cx="2320732" cy="336599"/>
          </a:xfrm>
          <a:prstGeom prst="rect">
            <a:avLst/>
          </a:prstGeom>
        </p:spPr>
      </p:pic>
      <p:pic>
        <p:nvPicPr>
          <p:cNvPr id="56" name="図 55" descr="図形&#10;&#10;中程度の精度で自動的に生成された説明">
            <a:extLst>
              <a:ext uri="{FF2B5EF4-FFF2-40B4-BE49-F238E27FC236}">
                <a16:creationId xmlns:a16="http://schemas.microsoft.com/office/drawing/2014/main" id="{36E86785-2A0C-DE27-107E-1A922D2D215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81" y="1570692"/>
            <a:ext cx="2320732" cy="338530"/>
          </a:xfrm>
          <a:prstGeom prst="rect">
            <a:avLst/>
          </a:prstGeom>
        </p:spPr>
      </p:pic>
      <p:pic>
        <p:nvPicPr>
          <p:cNvPr id="58" name="図 57" descr="図形&#10;&#10;中程度の精度で自動的に生成された説明">
            <a:extLst>
              <a:ext uri="{FF2B5EF4-FFF2-40B4-BE49-F238E27FC236}">
                <a16:creationId xmlns:a16="http://schemas.microsoft.com/office/drawing/2014/main" id="{1C359EA4-B2C7-F5A9-E16B-6295B0F9CAE5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81" y="2221857"/>
            <a:ext cx="1404279" cy="342910"/>
          </a:xfrm>
          <a:prstGeom prst="rect">
            <a:avLst/>
          </a:prstGeom>
        </p:spPr>
      </p:pic>
      <p:pic>
        <p:nvPicPr>
          <p:cNvPr id="60" name="図 59" descr="図形&#10;&#10;中程度の精度で自動的に生成された説明">
            <a:extLst>
              <a:ext uri="{FF2B5EF4-FFF2-40B4-BE49-F238E27FC236}">
                <a16:creationId xmlns:a16="http://schemas.microsoft.com/office/drawing/2014/main" id="{6770A501-691B-26F6-22DA-826C5C5BAA7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5281" y="2744939"/>
            <a:ext cx="1643621" cy="342910"/>
          </a:xfrm>
          <a:prstGeom prst="rect">
            <a:avLst/>
          </a:prstGeom>
        </p:spPr>
      </p:pic>
      <p:pic>
        <p:nvPicPr>
          <p:cNvPr id="62" name="図 61" descr="図形&#10;&#10;中程度の精度で自動的に生成された説明">
            <a:extLst>
              <a:ext uri="{FF2B5EF4-FFF2-40B4-BE49-F238E27FC236}">
                <a16:creationId xmlns:a16="http://schemas.microsoft.com/office/drawing/2014/main" id="{97BC183D-51CF-448E-F7B5-3A3680ACB82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4845" y="4513743"/>
            <a:ext cx="1644492" cy="34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93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8330C0-854B-F8C9-0BA2-E91BE993E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3" name="図 2" descr="図形&#10;&#10;中程度の精度で自動的に生成された説明">
            <a:extLst>
              <a:ext uri="{FF2B5EF4-FFF2-40B4-BE49-F238E27FC236}">
                <a16:creationId xmlns:a16="http://schemas.microsoft.com/office/drawing/2014/main" id="{53FEA8F9-1201-2874-CAA7-0E547D0A5E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94" y="268447"/>
            <a:ext cx="4137371" cy="57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465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38EEE0-BFCD-F1D0-3EC3-480EAADD0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1B5A2E-C931-20F1-388B-B39D79E3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11ABEB-23E9-45C8-B2FB-C9591AE0EFB2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  <p:sp>
        <p:nvSpPr>
          <p:cNvPr id="5" name="テキスト プレースホルダー 2">
            <a:extLst>
              <a:ext uri="{FF2B5EF4-FFF2-40B4-BE49-F238E27FC236}">
                <a16:creationId xmlns:a16="http://schemas.microsoft.com/office/drawing/2014/main" id="{C482C403-E009-779A-44C1-5D044EE7FC0B}"/>
              </a:ext>
            </a:extLst>
          </p:cNvPr>
          <p:cNvSpPr txBox="1">
            <a:spLocks/>
          </p:cNvSpPr>
          <p:nvPr/>
        </p:nvSpPr>
        <p:spPr>
          <a:xfrm>
            <a:off x="311106" y="921657"/>
            <a:ext cx="11590608" cy="5399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200" b="0" i="0" kern="1200">
                <a:solidFill>
                  <a:schemeClr val="tx1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600" b="0" i="0" kern="1200">
                <a:solidFill>
                  <a:srgbClr val="00A0B9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1" i="0" kern="1200">
                <a:solidFill>
                  <a:srgbClr val="00A0B9"/>
                </a:solidFill>
                <a:latin typeface="Noto Sans JP SemiBold" panose="020B0200000000000000" pitchFamily="50" charset="-128"/>
                <a:ea typeface="Noto Sans JP SemiBold" panose="020B02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b="1" i="0" kern="1200">
                <a:solidFill>
                  <a:schemeClr val="tx1"/>
                </a:solidFill>
                <a:latin typeface="Noto Sans JP SemiBold" panose="020B0200000000000000" pitchFamily="50" charset="-128"/>
                <a:ea typeface="Noto Sans JP SemiBold" panose="020B02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b="0" i="0" kern="1200">
                <a:solidFill>
                  <a:schemeClr val="tx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b="0" i="0" kern="1200">
                <a:solidFill>
                  <a:schemeClr val="tx1"/>
                </a:solidFill>
                <a:latin typeface="Noto Sans JP Light" panose="020B0200000000000000" pitchFamily="50" charset="-128"/>
                <a:ea typeface="Noto Sans JP Light" panose="020B02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ja-JP" altLang="en-US"/>
              <a:t>大見出し（明朝体ボールド</a:t>
            </a:r>
            <a:r>
              <a:rPr lang="en-US" altLang="ja-JP"/>
              <a:t>26pt</a:t>
            </a:r>
            <a:r>
              <a:rPr lang="ja-JP" altLang="en-US"/>
              <a:t>）</a:t>
            </a:r>
          </a:p>
          <a:p>
            <a:pPr lvl="2"/>
            <a:r>
              <a:rPr lang="ja-JP" altLang="en-US"/>
              <a:t>中見出し（ゴシック体ボールド</a:t>
            </a:r>
            <a:r>
              <a:rPr lang="en-US" altLang="ja-JP"/>
              <a:t>20pt</a:t>
            </a:r>
            <a:r>
              <a:rPr lang="ja-JP" altLang="en-US"/>
              <a:t>）</a:t>
            </a:r>
          </a:p>
          <a:p>
            <a:pPr lvl="3"/>
            <a:r>
              <a:rPr lang="ja-JP" altLang="en-US"/>
              <a:t>小見出し（ゴシック体ボールド</a:t>
            </a:r>
            <a:r>
              <a:rPr lang="en-US" altLang="ja-JP"/>
              <a:t>16pt</a:t>
            </a:r>
            <a:r>
              <a:rPr lang="ja-JP" altLang="en-US"/>
              <a:t>）</a:t>
            </a:r>
          </a:p>
          <a:p>
            <a:pPr lvl="4"/>
            <a:r>
              <a:rPr lang="ja-JP" altLang="en-US"/>
              <a:t>ボディコピー、本文（ゴシック体レギュラー</a:t>
            </a:r>
            <a:r>
              <a:rPr lang="en-US" altLang="ja-JP"/>
              <a:t>16pt</a:t>
            </a:r>
            <a:r>
              <a:rPr lang="ja-JP" altLang="en-US"/>
              <a:t>）</a:t>
            </a:r>
            <a:endParaRPr lang="en-US" altLang="ja-JP"/>
          </a:p>
          <a:p>
            <a:pPr lvl="5"/>
            <a:r>
              <a:rPr lang="ja-JP" altLang="en-US"/>
              <a:t>注釈（ゴシック体ライト</a:t>
            </a:r>
            <a:r>
              <a:rPr lang="en-US" altLang="ja-JP"/>
              <a:t>12pt</a:t>
            </a:r>
            <a:r>
              <a:rPr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59970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C96A6D6C-310F-4F8E-CCE5-25C12036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BEB-23E9-45C8-B2FB-C9591AE0EFB2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A79A2D9D-C838-2448-1032-766023471840}"/>
              </a:ext>
            </a:extLst>
          </p:cNvPr>
          <p:cNvSpPr txBox="1">
            <a:spLocks/>
          </p:cNvSpPr>
          <p:nvPr/>
        </p:nvSpPr>
        <p:spPr>
          <a:xfrm>
            <a:off x="311106" y="921657"/>
            <a:ext cx="11590608" cy="5399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200" b="0" i="0" kern="1200">
                <a:solidFill>
                  <a:schemeClr val="tx1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600" b="0" i="0" kern="1200">
                <a:solidFill>
                  <a:srgbClr val="00A0B9"/>
                </a:solidFill>
                <a:latin typeface="Noto Serif JP ExtraBold" panose="02020200000000000000" pitchFamily="18" charset="-128"/>
                <a:ea typeface="Noto Serif JP ExtraBold" panose="02020200000000000000" pitchFamily="18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b="1" i="0" kern="1200">
                <a:solidFill>
                  <a:srgbClr val="00A0B9"/>
                </a:solidFill>
                <a:latin typeface="Noto Sans JP SemiBold" panose="020B0200000000000000" pitchFamily="50" charset="-128"/>
                <a:ea typeface="Noto Sans JP SemiBold" panose="020B0200000000000000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b="1" i="0" kern="1200">
                <a:solidFill>
                  <a:schemeClr val="tx1"/>
                </a:solidFill>
                <a:latin typeface="Noto Sans JP SemiBold" panose="020B0200000000000000" pitchFamily="50" charset="-128"/>
                <a:ea typeface="Noto Sans JP SemiBold" panose="020B0200000000000000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600" b="0" i="0" kern="1200">
                <a:solidFill>
                  <a:schemeClr val="tx1"/>
                </a:solidFill>
                <a:latin typeface="Noto Sans JP Medium" panose="020B0200000000000000" pitchFamily="50" charset="-128"/>
                <a:ea typeface="Noto Sans JP Medium" panose="020B0200000000000000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200" b="0" i="0" kern="1200">
                <a:solidFill>
                  <a:schemeClr val="tx1"/>
                </a:solidFill>
                <a:latin typeface="Noto Sans JP Light" panose="020B0200000000000000" pitchFamily="50" charset="-128"/>
                <a:ea typeface="Noto Sans JP Light" panose="020B0200000000000000" pitchFamily="50" charset="-128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ja-JP" altLang="en-US"/>
              <a:t>大見出し（明朝体ボールド</a:t>
            </a:r>
            <a:r>
              <a:rPr lang="en-US" altLang="ja-JP"/>
              <a:t>26pt</a:t>
            </a:r>
            <a:r>
              <a:rPr lang="ja-JP" altLang="en-US"/>
              <a:t>）</a:t>
            </a:r>
          </a:p>
          <a:p>
            <a:pPr lvl="2"/>
            <a:r>
              <a:rPr lang="ja-JP" altLang="en-US"/>
              <a:t>中見出し（ゴシック体ボールド</a:t>
            </a:r>
            <a:r>
              <a:rPr lang="en-US" altLang="ja-JP"/>
              <a:t>20pt</a:t>
            </a:r>
            <a:r>
              <a:rPr lang="ja-JP" altLang="en-US"/>
              <a:t>）</a:t>
            </a:r>
          </a:p>
          <a:p>
            <a:pPr lvl="3"/>
            <a:r>
              <a:rPr lang="ja-JP" altLang="en-US"/>
              <a:t>小見出し（ゴシック体ボールド</a:t>
            </a:r>
            <a:r>
              <a:rPr lang="en-US" altLang="ja-JP"/>
              <a:t>16pt</a:t>
            </a:r>
            <a:r>
              <a:rPr lang="ja-JP" altLang="en-US"/>
              <a:t>）</a:t>
            </a:r>
          </a:p>
          <a:p>
            <a:pPr lvl="4"/>
            <a:r>
              <a:rPr lang="ja-JP" altLang="en-US"/>
              <a:t>ボディコピー、本文（ゴシック体レギュラー</a:t>
            </a:r>
            <a:r>
              <a:rPr lang="en-US" altLang="ja-JP"/>
              <a:t>16pt</a:t>
            </a:r>
            <a:r>
              <a:rPr lang="ja-JP" altLang="en-US"/>
              <a:t>）</a:t>
            </a:r>
            <a:endParaRPr lang="en-US" altLang="ja-JP"/>
          </a:p>
          <a:p>
            <a:pPr lvl="5"/>
            <a:r>
              <a:rPr lang="ja-JP" altLang="en-US"/>
              <a:t>注釈（ゴシック体ライト</a:t>
            </a:r>
            <a:r>
              <a:rPr lang="en-US" altLang="ja-JP"/>
              <a:t>12pt</a:t>
            </a:r>
            <a:r>
              <a:rPr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283776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D6068-B31B-0A43-0295-9B7CBFA66B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>
              <a:latin typeface="Noto Serif JP ExtraBold" panose="02020200000000000000" pitchFamily="18" charset="-128"/>
              <a:ea typeface="Noto Serif JP ExtraBold" panose="02020200000000000000" pitchFamily="18" charset="-128"/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CFE07C3-7C07-0691-6348-F57921131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1ABEB-23E9-45C8-B2FB-C9591AE0EFB2}" type="slidenum">
              <a:rPr lang="ja-JP" altLang="en-US" smtClean="0"/>
              <a:pPr/>
              <a:t>6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30576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図形&#10;&#10;中程度の精度で自動的に生成された説明">
            <a:extLst>
              <a:ext uri="{FF2B5EF4-FFF2-40B4-BE49-F238E27FC236}">
                <a16:creationId xmlns:a16="http://schemas.microsoft.com/office/drawing/2014/main" id="{1ECCC0E5-0296-69CE-C57A-3C6FCECB7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391" y="881703"/>
            <a:ext cx="2602186" cy="363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6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市原弘一 Hirokazu Ichihara</dc:creator>
  <cp:revision>1</cp:revision>
  <dcterms:created xsi:type="dcterms:W3CDTF">2024-11-25T13:39:32Z</dcterms:created>
  <dcterms:modified xsi:type="dcterms:W3CDTF">2024-11-28T07:40:22Z</dcterms:modified>
</cp:coreProperties>
</file>