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9144000"/>
  <p:notesSz cx="6858000" cy="9144000"/>
  <p:embeddedFontLst>
    <p:embeddedFont>
      <p:font typeface="Noto Sans JP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239lbejL9Z5x3Ile0FisTqTPm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otoSansJP-bold.fntdata"/><Relationship Id="rId12" Type="http://schemas.openxmlformats.org/officeDocument/2006/relationships/font" Target="fonts/NotoSansJP-regular.fntdata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ユーザー設定レイアウト">
  <p:cSld name="1_ユーザー設定レイアウト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/>
        </p:nvSpPr>
        <p:spPr>
          <a:xfrm>
            <a:off x="555505" y="748747"/>
            <a:ext cx="8220360" cy="5698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0" i="0" lang="ja-JP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ご使用前にご一読ください＜表記のルール＞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・タイトルや大見出し、重要なキャッチコピーなどは「noto serif JP」を第1候補としますが、OS環境や互換性などの影響で正しく表示されないなどあれば、第2候補として「ヒラギノ明朝」「源ノ明朝」を使用してください。それも難しい場合、第3候補として、その他任意の明朝体を使用してください。</a:t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・中見出し以下のテキストは「noto sans JP」を第1候補とし、上記同様第2候補は「ヒラギノ角ゴシック」「源ノ角ゴシック」とし、第3候補はその他任意のゴシック体を使用してください。</a:t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・notoフォントはグーグルが提供する無料フォントです。本テンプレートで使用・推奨しているフォントは、以下の種類です。</a:t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　　明朝　　　　noto serif JP  ExtraBold         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　　ゴシック　　noto sans JP SemiBold　　noto sans JP Medium　　noto sans JP Light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・見出し等の文字やあしらいの色は、基本的に黒もしくは学部カラーを適宜用いて表記してください。その他の色は極力使用しないでください。</a:t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・図やイラストの色は特に規定はありません。学部カラーを使用すれば誌面全体に統一感をもたらすことができますが、その他の色をアクセント的に使用することも可能です。図やイラストの内容に応じて適宜検討してください。</a:t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0" i="0" lang="ja-JP" sz="1200" u="none" cap="none" strike="noStrike">
                <a:solidFill>
                  <a:srgbClr val="FF0000"/>
                </a:solidFill>
                <a:latin typeface="Noto Sans JP"/>
                <a:ea typeface="Noto Sans JP"/>
                <a:cs typeface="Noto Sans JP"/>
                <a:sym typeface="Noto Sans JP"/>
              </a:rPr>
              <a:t>テンプレートデザインの都合により、スライドマスターとは一部しか連動していません。各ページのデザインを優先してご使用ください。</a:t>
            </a:r>
            <a:endParaRPr/>
          </a:p>
        </p:txBody>
      </p:sp>
      <p:pic>
        <p:nvPicPr>
          <p:cNvPr id="15" name="Google Shape;1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6669" y="2007884"/>
            <a:ext cx="6233848" cy="19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489" y="3021419"/>
            <a:ext cx="4831738" cy="195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ユーザー設定レイアウト">
  <p:cSld name="2_ユーザー設定レイアウト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242" y="120446"/>
            <a:ext cx="7169517" cy="499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ユーザー設定レイアウト">
  <p:cSld name="ユーザー設定レイアウト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 txBox="1"/>
          <p:nvPr>
            <p:ph type="title"/>
          </p:nvPr>
        </p:nvSpPr>
        <p:spPr>
          <a:xfrm>
            <a:off x="364601" y="2494624"/>
            <a:ext cx="618205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>
  <p:cSld name="タイトル スライド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65" y="10683"/>
            <a:ext cx="9129756" cy="684731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2"/>
          <p:cNvSpPr txBox="1"/>
          <p:nvPr>
            <p:ph type="ctrTitle"/>
          </p:nvPr>
        </p:nvSpPr>
        <p:spPr>
          <a:xfrm>
            <a:off x="233329" y="126154"/>
            <a:ext cx="6429179" cy="540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253248" y="6526924"/>
            <a:ext cx="749256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26" name="Google Shape;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596" y="6573951"/>
            <a:ext cx="1556426" cy="2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12"/>
          <p:cNvCxnSpPr/>
          <p:nvPr/>
        </p:nvCxnSpPr>
        <p:spPr>
          <a:xfrm>
            <a:off x="311106" y="666386"/>
            <a:ext cx="7920000" cy="0"/>
          </a:xfrm>
          <a:prstGeom prst="straightConnector1">
            <a:avLst/>
          </a:prstGeom>
          <a:noFill/>
          <a:ln cap="flat" cmpd="sng" w="25400">
            <a:solidFill>
              <a:srgbClr val="C8161D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261257" y="844659"/>
            <a:ext cx="8645018" cy="5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 スライド">
  <p:cSld name="1_タイトル スライド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65" y="10683"/>
            <a:ext cx="9129756" cy="684731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253248" y="6526924"/>
            <a:ext cx="749256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32" name="Google Shape;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596" y="6573951"/>
            <a:ext cx="1556426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257299" y="787730"/>
            <a:ext cx="8629402" cy="5389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タイトル スライド">
  <p:cSld name="2_タイトル スライド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65" y="10683"/>
            <a:ext cx="9129756" cy="6847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/>
          <p:nvPr>
            <p:ph type="ctrTitle"/>
          </p:nvPr>
        </p:nvSpPr>
        <p:spPr>
          <a:xfrm>
            <a:off x="3469065" y="2433537"/>
            <a:ext cx="5241302" cy="2001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4500"/>
              <a:buFont typeface="Arial"/>
              <a:buNone/>
              <a:defRPr sz="4500">
                <a:solidFill>
                  <a:srgbClr val="00A0B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253248" y="6526924"/>
            <a:ext cx="749256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タイトル スライド">
  <p:cSld name="3_タイトル スライド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65" y="10683"/>
            <a:ext cx="9129756" cy="6847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2600"/>
              <a:buFont typeface="Arial"/>
              <a:buChar char="•"/>
              <a:defRPr b="1" i="0" sz="2600" u="none" cap="none" strike="noStrike">
                <a:solidFill>
                  <a:srgbClr val="00A0B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rgbClr val="00A0B9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1" i="0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253248" y="6400495"/>
            <a:ext cx="7492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22" Type="http://schemas.openxmlformats.org/officeDocument/2006/relationships/image" Target="../media/image25.png"/><Relationship Id="rId21" Type="http://schemas.openxmlformats.org/officeDocument/2006/relationships/image" Target="../media/image20.png"/><Relationship Id="rId24" Type="http://schemas.openxmlformats.org/officeDocument/2006/relationships/image" Target="../media/image28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26" Type="http://schemas.openxmlformats.org/officeDocument/2006/relationships/image" Target="../media/image24.png"/><Relationship Id="rId25" Type="http://schemas.openxmlformats.org/officeDocument/2006/relationships/image" Target="../media/image6.png"/><Relationship Id="rId28" Type="http://schemas.openxmlformats.org/officeDocument/2006/relationships/image" Target="../media/image30.png"/><Relationship Id="rId27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29" Type="http://schemas.openxmlformats.org/officeDocument/2006/relationships/image" Target="../media/image26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31" Type="http://schemas.openxmlformats.org/officeDocument/2006/relationships/image" Target="../media/image31.png"/><Relationship Id="rId30" Type="http://schemas.openxmlformats.org/officeDocument/2006/relationships/image" Target="../media/image33.png"/><Relationship Id="rId11" Type="http://schemas.openxmlformats.org/officeDocument/2006/relationships/image" Target="../media/image9.png"/><Relationship Id="rId10" Type="http://schemas.openxmlformats.org/officeDocument/2006/relationships/image" Target="../media/image10.png"/><Relationship Id="rId32" Type="http://schemas.openxmlformats.org/officeDocument/2006/relationships/image" Target="../media/image35.png"/><Relationship Id="rId13" Type="http://schemas.openxmlformats.org/officeDocument/2006/relationships/image" Target="../media/image17.png"/><Relationship Id="rId12" Type="http://schemas.openxmlformats.org/officeDocument/2006/relationships/image" Target="../media/image8.png"/><Relationship Id="rId15" Type="http://schemas.openxmlformats.org/officeDocument/2006/relationships/image" Target="../media/image16.png"/><Relationship Id="rId14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4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図形&#10;&#10;中程度の精度で自動的に生成された説明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6557" y="1305477"/>
            <a:ext cx="1662338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254" y="4724670"/>
            <a:ext cx="1670904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4690" y="3332722"/>
            <a:ext cx="917849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1" name="Google Shape;5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4690" y="3750264"/>
            <a:ext cx="1106283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2" name="Google Shape;5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9456" y="1305477"/>
            <a:ext cx="1278959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3" name="Google Shape;5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9456" y="1720983"/>
            <a:ext cx="1467394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4" name="Google Shape;5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59456" y="2306873"/>
            <a:ext cx="1261828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5" name="Google Shape;55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59456" y="2713885"/>
            <a:ext cx="1450264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6" name="Google Shape;56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59456" y="3742422"/>
            <a:ext cx="1483497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7" name="Google Shape;57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59456" y="3332722"/>
            <a:ext cx="1660625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8" name="Google Shape;58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939287" y="1305477"/>
            <a:ext cx="1290265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59" name="Google Shape;59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39288" y="1720983"/>
            <a:ext cx="1478699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0" name="Google Shape;60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944919" y="3332722"/>
            <a:ext cx="1656856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1" name="Google Shape;61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939287" y="3744456"/>
            <a:ext cx="1827129" cy="26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2" name="Google Shape;62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939288" y="2311131"/>
            <a:ext cx="1666449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3" name="Google Shape;63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939287" y="2711846"/>
            <a:ext cx="1827128" cy="265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4" name="Google Shape;64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8745" y="1305477"/>
            <a:ext cx="1276903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5" name="Google Shape;65;p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56374" y="1720983"/>
            <a:ext cx="1465337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6" name="Google Shape;66;p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56374" y="4310905"/>
            <a:ext cx="1669190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7" name="Google Shape;67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56373" y="4724670"/>
            <a:ext cx="1827126" cy="266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8" name="Google Shape;68;p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6374" y="3332722"/>
            <a:ext cx="1102514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69" name="Google Shape;69;p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57978" y="3745796"/>
            <a:ext cx="1290950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0" name="Google Shape;70;p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56373" y="2325165"/>
            <a:ext cx="1942781" cy="271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1" name="Google Shape;71;p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6372" y="2713885"/>
            <a:ext cx="2122460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2" name="Google Shape;72;p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56373" y="5204510"/>
            <a:ext cx="1681182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3" name="Google Shape;73;p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56373" y="5618275"/>
            <a:ext cx="1827129" cy="265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4" name="Google Shape;74;p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6984690" y="1719242"/>
            <a:ext cx="1827125" cy="266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5" name="Google Shape;75;p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984690" y="2303680"/>
            <a:ext cx="1105597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6" name="Google Shape;76;p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984690" y="2713885"/>
            <a:ext cx="1294033" cy="26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図形&#10;&#10;中程度の精度で自動的に生成された説明" id="77" name="Google Shape;77;p2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984253" y="4310904"/>
            <a:ext cx="1294719" cy="26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364601" y="2513441"/>
            <a:ext cx="618205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図形&#10;&#10;中程度の精度で自動的に生成された説明"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052" y="281679"/>
            <a:ext cx="4150799" cy="579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ctrTitle"/>
          </p:nvPr>
        </p:nvSpPr>
        <p:spPr>
          <a:xfrm>
            <a:off x="233329" y="126154"/>
            <a:ext cx="6429179" cy="540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>
            <p:ph idx="12" type="sldNum"/>
          </p:nvPr>
        </p:nvSpPr>
        <p:spPr>
          <a:xfrm>
            <a:off x="8253248" y="6526924"/>
            <a:ext cx="749256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233329" y="917546"/>
            <a:ext cx="8645018" cy="5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1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2600"/>
              <a:buFont typeface="Arial"/>
              <a:buChar char="•"/>
            </a:pPr>
            <a:r>
              <a:rPr b="1" i="0" lang="ja-JP" sz="2600" u="none" cap="none" strike="noStrike">
                <a:solidFill>
                  <a:srgbClr val="00A0B9"/>
                </a:solidFill>
                <a:latin typeface="Arial"/>
                <a:ea typeface="Arial"/>
                <a:cs typeface="Arial"/>
                <a:sym typeface="Arial"/>
              </a:rPr>
              <a:t>大見出し（明朝体ボールド26pt）</a:t>
            </a:r>
            <a:endParaRPr/>
          </a:p>
          <a:p>
            <a:pPr indent="-171450" lvl="2" marL="8572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2000"/>
              <a:buFont typeface="Arial"/>
              <a:buChar char="•"/>
            </a:pPr>
            <a:r>
              <a:rPr b="1" i="0" lang="ja-JP" sz="2000" u="none" cap="none" strike="noStrike">
                <a:solidFill>
                  <a:srgbClr val="00A0B9"/>
                </a:solidFill>
                <a:latin typeface="Noto Sans JP"/>
                <a:ea typeface="Noto Sans JP"/>
                <a:cs typeface="Noto Sans JP"/>
                <a:sym typeface="Noto Sans JP"/>
              </a:rPr>
              <a:t>中見出し（ゴシック体ボールド20pt）</a:t>
            </a:r>
            <a:endParaRPr/>
          </a:p>
          <a:p>
            <a:pPr indent="-171450" lvl="3" marL="12001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小見出し（ゴシック体ボールド16pt）</a:t>
            </a:r>
            <a:endParaRPr/>
          </a:p>
          <a:p>
            <a:pPr indent="-171450" lvl="4" marL="15430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ボディコピー、本文（ゴシック体レギュラー16pt）</a:t>
            </a:r>
            <a:endParaRPr b="0" i="0" sz="16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171450" lvl="5" marL="18859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注釈（ゴシック体ライト12pt）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idx="12" type="sldNum"/>
          </p:nvPr>
        </p:nvSpPr>
        <p:spPr>
          <a:xfrm>
            <a:off x="8253248" y="6526924"/>
            <a:ext cx="749256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257175" y="787400"/>
            <a:ext cx="8629650" cy="5389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1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2600"/>
              <a:buFont typeface="Arial"/>
              <a:buChar char="•"/>
            </a:pPr>
            <a:r>
              <a:rPr b="1" i="0" lang="ja-JP" sz="2600" u="none" cap="none" strike="noStrike">
                <a:solidFill>
                  <a:srgbClr val="00A0B9"/>
                </a:solidFill>
                <a:latin typeface="Arial"/>
                <a:ea typeface="Arial"/>
                <a:cs typeface="Arial"/>
                <a:sym typeface="Arial"/>
              </a:rPr>
              <a:t>大見出し（明朝体ボールド26pt）</a:t>
            </a:r>
            <a:endParaRPr/>
          </a:p>
          <a:p>
            <a:pPr indent="-171450" lvl="2" marL="8572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A0B9"/>
              </a:buClr>
              <a:buSzPts val="2000"/>
              <a:buFont typeface="Arial"/>
              <a:buChar char="•"/>
            </a:pPr>
            <a:r>
              <a:rPr b="1" i="0" lang="ja-JP" sz="2000" u="none" cap="none" strike="noStrike">
                <a:solidFill>
                  <a:srgbClr val="00A0B9"/>
                </a:solidFill>
                <a:latin typeface="Noto Sans JP"/>
                <a:ea typeface="Noto Sans JP"/>
                <a:cs typeface="Noto Sans JP"/>
                <a:sym typeface="Noto Sans JP"/>
              </a:rPr>
              <a:t>中見出し（ゴシック体ボールド20pt）</a:t>
            </a:r>
            <a:endParaRPr/>
          </a:p>
          <a:p>
            <a:pPr indent="-171450" lvl="3" marL="12001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小見出し（ゴシック体ボールド16pt）</a:t>
            </a:r>
            <a:endParaRPr/>
          </a:p>
          <a:p>
            <a:pPr indent="-171450" lvl="4" marL="15430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ボディコピー、本文（ゴシック体レギュラー16pt）</a:t>
            </a:r>
            <a:endParaRPr b="0" i="0" sz="16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171450" lvl="5" marL="188595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注釈（ゴシック体ライト12pt）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ctrTitle"/>
          </p:nvPr>
        </p:nvSpPr>
        <p:spPr>
          <a:xfrm>
            <a:off x="3469065" y="2433537"/>
            <a:ext cx="5241302" cy="2001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45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8253248" y="6526924"/>
            <a:ext cx="749256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図形&#10;&#10;中程度の精度で自動的に生成された説明"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4376" y="889955"/>
            <a:ext cx="2608247" cy="364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2024-11-13T00:42:48Z</dcterms:created>
  <dc:creator>市原弘一 Hirokazu Ichihara</dc:creator>
</cp:coreProperties>
</file>